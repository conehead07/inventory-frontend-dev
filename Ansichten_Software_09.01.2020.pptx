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72" r:id="rId5"/>
    <p:sldId id="273" r:id="rId6"/>
    <p:sldId id="289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2" r:id="rId15"/>
    <p:sldId id="283" r:id="rId16"/>
    <p:sldId id="284" r:id="rId17"/>
    <p:sldId id="285" r:id="rId18"/>
    <p:sldId id="28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0D92D17-B391-4BC6-B7EC-88B2FE947289}">
          <p14:sldIdLst>
            <p14:sldId id="256"/>
            <p14:sldId id="257"/>
            <p14:sldId id="258"/>
            <p14:sldId id="272"/>
            <p14:sldId id="273"/>
            <p14:sldId id="289"/>
          </p14:sldIdLst>
        </p14:section>
        <p14:section name="Neuen Raum anlegen" id="{8ACA214B-64FE-49AA-9891-F8172329B575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Neuen Artikel anlegen" id="{7EB556F0-E2C9-4F7D-B34C-04A551B0CFEE}">
          <p14:sldIdLst>
            <p14:sldId id="280"/>
            <p14:sldId id="282"/>
            <p14:sldId id="283"/>
            <p14:sldId id="284"/>
            <p14:sldId id="285"/>
          </p14:sldIdLst>
        </p14:section>
        <p14:section name="Bilder hinzufügen" id="{6CFABFDA-7108-42E6-9445-16F5DECD4A1F}">
          <p14:sldIdLst>
            <p14:sldId id="288"/>
          </p14:sldIdLst>
        </p14:section>
        <p14:section name="Abschnitt ohne Titel" id="{7516B7A7-62EC-4538-B7AB-B1A63CCA803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42" userDrawn="1">
          <p15:clr>
            <a:srgbClr val="A4A3A4"/>
          </p15:clr>
        </p15:guide>
        <p15:guide id="4" orient="horz" pos="4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00" y="102"/>
      </p:cViewPr>
      <p:guideLst>
        <p:guide orient="horz" pos="2205"/>
        <p:guide pos="3840"/>
        <p:guide pos="642"/>
        <p:guide orient="horz" pos="42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FB08F-4310-47F9-AAAB-FFBA9809DDD9}" type="datetimeFigureOut">
              <a:rPr lang="de-DE" smtClean="0"/>
              <a:t>09.01.2020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53F97-EABD-413F-B63D-7EA9EE3F6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23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9A3E7-0295-4A2C-8604-4C8423FD1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EEA078-408B-4666-BB95-B501C39B1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A83216-CD87-442D-A5C8-B6B726BD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C5600-C4AD-4A36-B5AD-74B4739D2295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78331E-D67C-4838-9932-A9901630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7F3FF7-17B7-438C-A29C-3049021A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18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84151-2597-49B3-8F1A-94A9C4F8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53ECF2-41D2-45C3-81D0-8DA067459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4D7AE4-1642-408B-8AC1-79D49A59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CC945-FDA0-4D99-964D-7EF256890EE5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6A36A5-7758-4C70-9282-E676CCAC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51026A-5D87-44B9-82CB-6255075C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19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D3B43-7EC3-460D-90B0-CDA13FD2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C17EE2-8005-434D-B778-CE3AC3B79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9D5D3-4396-4C2D-9E29-3B8B35D7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A8C-8F4F-45CC-BC33-23CD7CDB080D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6A0A4-3532-41BE-A256-6081CC74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617082-72C0-4EAA-A4A2-8ABE4A44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123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E8E3D-61C5-420D-B911-D0CAAE7B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7B0212-C7A5-4304-BE63-144ACA2AB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CA799C-4851-41C4-99A9-2D15FB1EA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B58225-1EB6-417E-82B0-58D8A6D9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577C-B9E8-4BD6-83BE-A5EFF7742E16}" type="datetime1">
              <a:rPr lang="de-DE" smtClean="0"/>
              <a:t>09.01.2020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66914D-56F1-4A28-9E34-B0D022B4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D73E09-B9CA-4445-9E4B-E4ED7DED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22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552F0-F190-4D09-8BE3-5AC73197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0D49A1-D148-4CCE-9D11-18B3B42D8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185B53-8CCE-4AED-9C4B-ED71B2DA5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DE8F14-E473-4FDF-9695-2D4501EDB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2AF83D-C10C-4988-9ABA-72717FFBE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E4291F-8E8C-4C13-B680-77E60819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FF3FA-74B1-4579-8719-C5AF0ED2D018}" type="datetime1">
              <a:rPr lang="de-DE" smtClean="0"/>
              <a:t>09.01.2020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CA1F01-A403-45F3-86F0-7AF299A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9BCD178-EB7D-407B-8ED0-4EA4D105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28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2CC39-C400-49C4-AE5C-42B5EBA1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92E125-D78A-4F59-9AA9-5F8C8207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F1B4-5D1D-41E7-B091-A9823661AA53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381DA3-2D08-43E4-8760-EB5A1181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28EAF8-DDD7-4F47-B59B-6F8B1FCA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0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D1AC82-EC2E-4B10-B49E-B31FAA13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1A67-FE63-4573-8E6D-8AFB94637E97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30D154-AA38-4D8B-86A1-C9ECC850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D41C3E-8031-4C9A-A39F-9F66ABCC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673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770C4-4F9A-47F6-93C8-B187F003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ABAB12-378E-4C03-BA12-6028A8EA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5E1197-B8CE-4F70-99FA-84F9C0269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7BB45D-C298-4523-B889-CBDB78F1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8B95-CA11-44E6-85B5-061DA7294049}" type="datetime1">
              <a:rPr lang="de-DE" smtClean="0"/>
              <a:t>09.01.2020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C45B0-0EAF-47BE-A11B-C6924FD3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B957D3-DFF5-4665-AC34-D043836D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21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9FD2E-A821-470F-B5C6-28DDCF0F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CE1DB7C-5F2A-461F-9807-6564E14BF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1D0C6A-78C6-4A0D-86FE-77252E3E7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09244A-F600-4459-9776-48E0D2D2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52EB-9CBC-412F-AFEA-236FB0544522}" type="datetime1">
              <a:rPr lang="de-DE" smtClean="0"/>
              <a:t>09.01.2020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FA3EE5-ACA1-43F7-A9C2-A40392B2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F56BDB-E558-4225-928E-4E578883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80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A6204-29BF-4F1F-A515-D2802AF2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869949-9648-49E6-A3B4-D0949046F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FE5BB9-87D0-4790-88F9-0CF7B22E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A4D-CDAD-4B3C-838A-F286FEE41431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F40FD7-D555-4131-9C52-617A7CEF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63C0F4-1049-439F-B8E4-81B377FF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24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D3FF8E-DC90-4283-BF3A-868841EFD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D5F86-D018-45E7-83F9-FDE032AEC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6100D8-15D2-4AEA-9BA4-0848C3CD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0507-3D0B-4224-9DC1-C5FBE953B6C5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2187B0-7D64-438D-B9BF-510DDCDB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01C9E1-BF8A-4954-8E81-851E0202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99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D59C78-1786-47C8-87ED-FFD94769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B74390-8A3C-404F-8919-6B28757B7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415B08-DEB0-4E48-AFC1-B81ECEDC2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C83C0-E171-42E9-87B1-E13B2C79B6B4}" type="datetime1">
              <a:rPr lang="de-DE" smtClean="0"/>
              <a:t>09.01.2020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24615E-5AD8-43BF-A625-9958045AE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6EDD25-9EC9-4B06-B3E7-9F7A04E35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A977F-FBB1-46D9-8B43-C74E4BE8B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18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4C18C1C-AB76-4BAA-BE69-55EB4641ED04}"/>
              </a:ext>
            </a:extLst>
          </p:cNvPr>
          <p:cNvSpPr txBox="1"/>
          <p:nvPr/>
        </p:nvSpPr>
        <p:spPr>
          <a:xfrm>
            <a:off x="2081348" y="1351508"/>
            <a:ext cx="80293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800" dirty="0"/>
              <a:t>Ansichten Inventarisierungssoftware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CBB7209-0C3A-48C4-8626-482D4A48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7577-CB59-4A49-BA32-397800B5E1AB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1ED14F-5FCD-473D-85F7-95572087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18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B16A5FE-A9C4-4CAE-8B27-8147B86A0E7A}"/>
              </a:ext>
            </a:extLst>
          </p:cNvPr>
          <p:cNvSpPr/>
          <p:nvPr/>
        </p:nvSpPr>
        <p:spPr>
          <a:xfrm>
            <a:off x="1128883" y="1704975"/>
            <a:ext cx="4867275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DC241D2-60DD-4E68-86FE-3FBFE431A74D}"/>
              </a:ext>
            </a:extLst>
          </p:cNvPr>
          <p:cNvSpPr/>
          <p:nvPr/>
        </p:nvSpPr>
        <p:spPr>
          <a:xfrm>
            <a:off x="1128884" y="2876550"/>
            <a:ext cx="4867275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B163C3-6194-46BE-8A4A-D6602DBC8201}"/>
              </a:ext>
            </a:extLst>
          </p:cNvPr>
          <p:cNvSpPr txBox="1"/>
          <p:nvPr/>
        </p:nvSpPr>
        <p:spPr>
          <a:xfrm>
            <a:off x="2752897" y="1335643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Benutzername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F5C0323-B5FB-4A1C-B5E3-E4BFC6BE7A1B}"/>
              </a:ext>
            </a:extLst>
          </p:cNvPr>
          <p:cNvSpPr txBox="1"/>
          <p:nvPr/>
        </p:nvSpPr>
        <p:spPr>
          <a:xfrm>
            <a:off x="2752897" y="250721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Passwort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C44A23-CD68-4DFE-A0AE-CD09303A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1059-7784-498E-AC47-72C411E77C72}" type="datetime1">
              <a:rPr lang="de-DE" smtClean="0"/>
              <a:t>09.01.2020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FCDBF57-A0BC-46F0-8BF1-B2353BC3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8F82AFC-060E-46CB-9F3F-1DF91F8EF40F}"/>
              </a:ext>
            </a:extLst>
          </p:cNvPr>
          <p:cNvSpPr txBox="1"/>
          <p:nvPr/>
        </p:nvSpPr>
        <p:spPr>
          <a:xfrm>
            <a:off x="9521504" y="1266738"/>
            <a:ext cx="25579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Login über Windows-Anmeldedaten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Touren werden den Benutzern über die Administration zugeteilt.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Benutzer werden über den Administrator eingetragen.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Es wird keinen Gast-Account geben.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F622547-24DF-40CF-BB6A-800A234F1A59}"/>
              </a:ext>
            </a:extLst>
          </p:cNvPr>
          <p:cNvSpPr/>
          <p:nvPr/>
        </p:nvSpPr>
        <p:spPr>
          <a:xfrm>
            <a:off x="276837" y="469783"/>
            <a:ext cx="7147420" cy="5821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42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2852736" y="1000083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Auswahl 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3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228724" y="1369415"/>
            <a:ext cx="4867275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6912EF9-94B0-4565-8FF8-902D95C5C043}"/>
              </a:ext>
            </a:extLst>
          </p:cNvPr>
          <p:cNvSpPr/>
          <p:nvPr/>
        </p:nvSpPr>
        <p:spPr>
          <a:xfrm>
            <a:off x="1228725" y="2540990"/>
            <a:ext cx="4867275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6C0657-11EC-401E-8637-4E8C9D7BF5E4}"/>
              </a:ext>
            </a:extLst>
          </p:cNvPr>
          <p:cNvSpPr txBox="1"/>
          <p:nvPr/>
        </p:nvSpPr>
        <p:spPr>
          <a:xfrm>
            <a:off x="2709863" y="21716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Auswahl Standort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9521505" y="1266738"/>
            <a:ext cx="225663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z.B. bei dem Kunden APO haben wir zu einer Tour eventuell mehrere Standorte die angefahren werden müssen.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Hier muss eine Auswahl (eventuell über Dropdown-Feld) möglich sein.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Nach Auswahl des Standortes soll die Anzahl der in der Datenbank vorhandenen Elemente angezeigt werden.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…….Funktioniert natürlich nur bei Aktualisierung und nicht bei Erstaufnahme.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Letzte Auswahl wird „gemerkt“ und in den Feldern angezeigt.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4868EE-B231-4C2A-AC7D-099E4B9DA5FC}"/>
              </a:ext>
            </a:extLst>
          </p:cNvPr>
          <p:cNvSpPr/>
          <p:nvPr/>
        </p:nvSpPr>
        <p:spPr>
          <a:xfrm>
            <a:off x="1228725" y="3832104"/>
            <a:ext cx="4867275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3BA25BD-0E8B-419D-A1AA-A03AFDACD8F7}"/>
              </a:ext>
            </a:extLst>
          </p:cNvPr>
          <p:cNvSpPr txBox="1"/>
          <p:nvPr/>
        </p:nvSpPr>
        <p:spPr>
          <a:xfrm>
            <a:off x="2709863" y="346277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Anzahl Elemente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238EC92-313C-4090-8486-AB5FD6AB71CC}"/>
              </a:ext>
            </a:extLst>
          </p:cNvPr>
          <p:cNvSpPr/>
          <p:nvPr/>
        </p:nvSpPr>
        <p:spPr>
          <a:xfrm>
            <a:off x="1284364" y="3878882"/>
            <a:ext cx="2410824" cy="456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98C2FC6-1B51-4F7A-8D9D-ED1365371134}"/>
              </a:ext>
            </a:extLst>
          </p:cNvPr>
          <p:cNvSpPr/>
          <p:nvPr/>
        </p:nvSpPr>
        <p:spPr>
          <a:xfrm>
            <a:off x="3750827" y="3878882"/>
            <a:ext cx="2293665" cy="456032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F809C19-277C-4F03-9279-E04EB7E1C85B}"/>
              </a:ext>
            </a:extLst>
          </p:cNvPr>
          <p:cNvSpPr txBox="1"/>
          <p:nvPr/>
        </p:nvSpPr>
        <p:spPr>
          <a:xfrm>
            <a:off x="1300323" y="396014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r>
              <a:rPr lang="de-DE" sz="1200" dirty="0"/>
              <a:t>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EB39C0B-41CC-45BF-882D-E4FA33AC8773}"/>
              </a:ext>
            </a:extLst>
          </p:cNvPr>
          <p:cNvSpPr txBox="1"/>
          <p:nvPr/>
        </p:nvSpPr>
        <p:spPr>
          <a:xfrm>
            <a:off x="4088034" y="396982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r>
              <a:rPr lang="de-DE" sz="1200" dirty="0"/>
              <a:t>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8572A57-7A2B-43B2-82E1-9E915219CD00}"/>
              </a:ext>
            </a:extLst>
          </p:cNvPr>
          <p:cNvSpPr/>
          <p:nvPr/>
        </p:nvSpPr>
        <p:spPr>
          <a:xfrm>
            <a:off x="3464031" y="5643444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74E902E-2092-4760-9BC8-ECBF0A7D873A}"/>
              </a:ext>
            </a:extLst>
          </p:cNvPr>
          <p:cNvSpPr txBox="1"/>
          <p:nvPr/>
        </p:nvSpPr>
        <p:spPr>
          <a:xfrm>
            <a:off x="2765501" y="527411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Ausloggen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E9E32A5-E32A-453A-AE66-D8455417EEE7}"/>
              </a:ext>
            </a:extLst>
          </p:cNvPr>
          <p:cNvSpPr/>
          <p:nvPr/>
        </p:nvSpPr>
        <p:spPr>
          <a:xfrm>
            <a:off x="276837" y="469783"/>
            <a:ext cx="7147420" cy="5821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72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6353962" y="348983"/>
            <a:ext cx="556181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Kunde und Standort sollten immer nach Auswahl fest angezeigt werden (kann in klein angezeigt werden um Platz zu sparen).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Nach dem Scannen des Raumcodes soll dieser in dem Feld „Raum“ angezeigt werden.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Nach dem Scannen des Artikel Barcodes (Bestand) sollen alle Angaben (Bezeichnung; Typ) aus dem Datenbestand übernommen werden. Hat sich hier der Raum geändert, soll dieser in dem entsprechenden Feld farbig hinterlegt werden.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Wird ein neuer Artikel Barcode gescannt, soll ein Abfragefenster </a:t>
            </a:r>
            <a:r>
              <a:rPr lang="de-DE" sz="1400" b="1" i="1" dirty="0">
                <a:solidFill>
                  <a:srgbClr val="FF0000"/>
                </a:solidFill>
              </a:rPr>
              <a:t>„Neuen Artikel anlegen?“ </a:t>
            </a:r>
            <a:r>
              <a:rPr lang="de-DE" sz="1400" i="1" dirty="0">
                <a:solidFill>
                  <a:srgbClr val="FF0000"/>
                </a:solidFill>
              </a:rPr>
              <a:t>erscheinen. 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Über die grünen Buttons muss bei: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u="sng" dirty="0">
                <a:solidFill>
                  <a:srgbClr val="FF0000"/>
                </a:solidFill>
              </a:rPr>
              <a:t>Raum</a:t>
            </a:r>
            <a:r>
              <a:rPr lang="de-DE" sz="1400" i="1" dirty="0">
                <a:solidFill>
                  <a:srgbClr val="FF0000"/>
                </a:solidFill>
              </a:rPr>
              <a:t>: In einem Untermenü auf die </a:t>
            </a:r>
            <a:r>
              <a:rPr lang="de-DE" sz="1400" b="1" i="1" dirty="0">
                <a:solidFill>
                  <a:srgbClr val="FF0000"/>
                </a:solidFill>
              </a:rPr>
              <a:t>„Räume“ </a:t>
            </a:r>
            <a:r>
              <a:rPr lang="de-DE" sz="1400" i="1" dirty="0">
                <a:solidFill>
                  <a:srgbClr val="FF0000"/>
                </a:solidFill>
              </a:rPr>
              <a:t>in der Datenbank zugreifen können. Weiterhin muss es in dem Untermenü die Möglichkeit geben, einen neuen </a:t>
            </a:r>
            <a:r>
              <a:rPr lang="de-DE" sz="1400" b="1" i="1" dirty="0">
                <a:solidFill>
                  <a:srgbClr val="FF0000"/>
                </a:solidFill>
              </a:rPr>
              <a:t>„Raum“ </a:t>
            </a:r>
            <a:r>
              <a:rPr lang="de-DE" sz="1400" i="1" dirty="0">
                <a:solidFill>
                  <a:srgbClr val="FF0000"/>
                </a:solidFill>
              </a:rPr>
              <a:t>anlegen zu können.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u="sng" dirty="0">
                <a:solidFill>
                  <a:srgbClr val="FF0000"/>
                </a:solidFill>
              </a:rPr>
              <a:t>Bezeichnung</a:t>
            </a:r>
            <a:r>
              <a:rPr lang="de-DE" sz="1400" i="1" dirty="0">
                <a:solidFill>
                  <a:srgbClr val="FF0000"/>
                </a:solidFill>
              </a:rPr>
              <a:t>: In einem Untermenü auf die </a:t>
            </a:r>
            <a:r>
              <a:rPr lang="de-DE" sz="1400" b="1" i="1" dirty="0">
                <a:solidFill>
                  <a:srgbClr val="FF0000"/>
                </a:solidFill>
              </a:rPr>
              <a:t>„Bezeichnungen“ </a:t>
            </a:r>
            <a:r>
              <a:rPr lang="de-DE" sz="1400" i="1" dirty="0">
                <a:solidFill>
                  <a:srgbClr val="FF0000"/>
                </a:solidFill>
              </a:rPr>
              <a:t>in der Datenbank zugreifen können. Weiterhin muss es in dem Untermenü die Möglichkeit geben, eine neue </a:t>
            </a:r>
            <a:r>
              <a:rPr lang="de-DE" sz="1400" b="1" i="1" dirty="0">
                <a:solidFill>
                  <a:srgbClr val="FF0000"/>
                </a:solidFill>
              </a:rPr>
              <a:t>„Bezeichnung“ </a:t>
            </a:r>
            <a:r>
              <a:rPr lang="de-DE" sz="1400" i="1" dirty="0">
                <a:solidFill>
                  <a:srgbClr val="FF0000"/>
                </a:solidFill>
              </a:rPr>
              <a:t>anlegen zu können.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Alle hier neu angelegten Einträge müssen auf dem Scanner und in der Datenbank </a:t>
            </a:r>
            <a:r>
              <a:rPr lang="de-DE" sz="1400" b="1" i="1" dirty="0">
                <a:solidFill>
                  <a:srgbClr val="FF0000"/>
                </a:solidFill>
              </a:rPr>
              <a:t>farbig</a:t>
            </a:r>
            <a:r>
              <a:rPr lang="de-DE" sz="1400" i="1" dirty="0">
                <a:solidFill>
                  <a:srgbClr val="FF0000"/>
                </a:solidFill>
              </a:rPr>
              <a:t> hinterlegt werden.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FDE715B-5FD6-474A-B32E-D83E783C26BD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C71231-7E99-44C0-B676-E59042EB57A7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95D9A3-CC3D-41BA-8106-35167E80713A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58EAFE6-EF79-4771-8DB4-1B9C136E679C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Adresse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EE3A5D7-558F-46B1-810E-9B40B90417B9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C9C8131-8A1E-485B-98FF-E58F6D863860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2B5A862-F644-4287-8718-A212BB3E22F1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E24D9AA-89EA-41BA-92ED-A90EB3B1B687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95F41D7-A62F-434D-90B5-8CC1F0F8DE2F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89FE542-A50F-4097-BDC3-C999A73E400A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B23F923-4AF7-4BBC-81D2-4C217093C279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666BCA1-7C1E-4C85-86C6-88F9F72FBAE9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A605401-974D-45FB-9C33-5C3C687A690F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38E6C98-9EF7-420F-A955-54EAEFDFF69B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1706322-78D6-4509-8E8F-412B53EEFE51}"/>
              </a:ext>
            </a:extLst>
          </p:cNvPr>
          <p:cNvSpPr/>
          <p:nvPr/>
        </p:nvSpPr>
        <p:spPr>
          <a:xfrm>
            <a:off x="3579807" y="1232406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31C4BB0-3E9C-42F0-B868-1813EEC2948A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5509FE31-1140-43AC-A2A5-731CDD8F5477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C2A41F0-389D-43B9-A5B3-E8AC23D665D4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2E52008-AA92-4A25-9588-6C2FE0B118FD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D0D13A5-037C-4CF2-BFAE-56B6F0F6A4CE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19FE1F4-B5E0-4780-BDB1-3B81BE9220AA}"/>
              </a:ext>
            </a:extLst>
          </p:cNvPr>
          <p:cNvSpPr txBox="1"/>
          <p:nvPr/>
        </p:nvSpPr>
        <p:spPr>
          <a:xfrm>
            <a:off x="4560563" y="122687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D542D2A-C525-4D9F-AB66-D53496E80D12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B700A19-3C52-4B4F-B5D8-5B5701323D5A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1361458-3FE9-4609-993F-7DE59DB46C87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DFFB0C2E-352D-4899-BD41-55161C1BAB4C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70188BF-D7FC-4DFD-AD9B-59D561E9BA64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6F878F2-C15A-4419-B831-39E39C5547CF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ED3424B5-13D6-44D0-AB0A-C4593F134CF5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2A18FD3-3515-4DFD-AD90-173BFA9A267B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6F3E7984-FFE6-4E1A-885C-9E7518A7A0DE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21CC2014-7FBB-4DBA-B370-89DFD5BE24FF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1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5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Gleiche Ansicht; Textfenster auf der vorherigen Seite hat nur nicht gereicht ;-)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Wie wird diese Ansicht auf dem Handy; Tablet aussehen, wenn der Kunde z.B. noch den Mitarbeiternamen oder eine Seriennummer mit aufgenommen haben möchte.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Zur Zeit steuern wir das über die </a:t>
            </a:r>
            <a:r>
              <a:rPr lang="de-DE" sz="1400" i="1" dirty="0" err="1">
                <a:solidFill>
                  <a:srgbClr val="FF0000"/>
                </a:solidFill>
              </a:rPr>
              <a:t>Konfig</a:t>
            </a:r>
            <a:r>
              <a:rPr lang="de-DE" sz="1400" i="1" dirty="0">
                <a:solidFill>
                  <a:srgbClr val="FF0000"/>
                </a:solidFill>
              </a:rPr>
              <a:t>-Datei.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Wenn wir mit einem Tablet arbeiten und in dem Objektbuch die Fotos der Artikel eingepflegt haben, können wir uns diese nach dem einscannen eines Bestands-Barcodes in einem separaten Fenster rechts neben den Eingabefeldern anzeigen lassen?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Oder vielleicht unter die Eingabefelder setzen, so das man für eine Kontrolle zu dem Foto „scrollen“ kann und es nicht immer angezeigt wird.</a:t>
            </a:r>
          </a:p>
          <a:p>
            <a:r>
              <a:rPr lang="de-DE" sz="1400" i="1" dirty="0">
                <a:solidFill>
                  <a:srgbClr val="FF0000"/>
                </a:solidFill>
              </a:rPr>
              <a:t>Wird wahrscheinlich für den Einsatz mit Handy günstiger sein.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E626D47-21D7-411F-A5B8-348979175C56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790D154-E7D2-4FCA-BD32-18D49039D63F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2026AA8-AEF1-459B-858D-2C0AC856E90D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9D7F4E6-9550-4624-80C1-8E11FA5451F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F058DF2-DA88-4EAF-B192-EC3EE8D4F0BA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AA07DE6-ED8C-4CD5-AFB1-3A28030CC875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CB30B88-E91F-4079-8402-60BC2B652FA2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DF608CE-EE42-4F6E-ACD2-5408FDFBCEC3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D75A54C-3510-4CED-8672-35F6E7CEF9C5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FF81FAB-B03A-476D-8040-4DA22AE0451D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0D991F7-F2D5-4304-8878-734CD560A21E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8A2EEB9-8128-41C5-844C-460D23D2BE7B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7DBB2FA-C61D-4962-B283-E34FE570F3F9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F273383-DC90-4903-8F20-8B74C7A9F867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7C2AFDD-13A8-4AFA-B97D-DB96EA4D274E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E8A8BB9-3807-480C-AE22-0D0533018C91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830C586-9F3A-4FB2-8733-2A1824BB182D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B4A637BF-4487-4389-AE43-7A9CD324E41D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0043263B-450B-41D5-A514-76EE950EBA1A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F4A80401-5BAB-426F-929C-80A9499C03AA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EE690DA-3029-4A12-AA39-94F279C98B5A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487A915E-53E3-491E-A1D3-CE64CE05155D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309E9BA5-A15B-49A5-99BA-2A8262933CD1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123B024-425D-4D68-A1E1-DA87155FAF40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E100CB42-E3DF-4A87-BC9F-63870FEFC611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556ABE69-D2A1-4D9A-B2FE-CABBC8A2DBA3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5279741-29AC-45E7-9EF8-F75B85DE800C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65BB954A-23E8-41B1-8938-1750657B08B0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13DD4AF-1AC1-4EEA-AD6D-5BE02EE975E2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F8751C15-E19B-489D-B318-072CCCC2F385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131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6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Gleiche Ansicht; Textfenster auf der vorherigen Seite hat nur nicht gereicht ;-)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i="1" dirty="0">
                <a:solidFill>
                  <a:srgbClr val="FF0000"/>
                </a:solidFill>
              </a:rPr>
              <a:t>Zu den farbigen Kennzeichnungen in der Datenbank: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i="1" dirty="0">
                <a:solidFill>
                  <a:srgbClr val="FF0000"/>
                </a:solidFill>
              </a:rPr>
              <a:t>Wir ein neuer Artikel angelegt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Gesamte Zeile farbig hinterlegen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i="1" dirty="0">
                <a:solidFill>
                  <a:srgbClr val="FF0000"/>
                </a:solidFill>
              </a:rPr>
              <a:t>Wird ein Artikel auf einen anderen Ram umgebucht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Nur die Raumnummer farbig hinterlegen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i="1" dirty="0">
                <a:solidFill>
                  <a:srgbClr val="FF0000"/>
                </a:solidFill>
              </a:rPr>
              <a:t>Wird eine Artikelbezeichnung umgebucht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FF0000"/>
                </a:solidFill>
              </a:rPr>
              <a:t>Nur die Artikelbezeichnung farbig hinterlegen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E626D47-21D7-411F-A5B8-348979175C56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790D154-E7D2-4FCA-BD32-18D49039D63F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2026AA8-AEF1-459B-858D-2C0AC856E90D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9D7F4E6-9550-4624-80C1-8E11FA5451F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F058DF2-DA88-4EAF-B192-EC3EE8D4F0BA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AA07DE6-ED8C-4CD5-AFB1-3A28030CC875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CB30B88-E91F-4079-8402-60BC2B652FA2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32CE28D-40FA-43A1-914E-AE6CDF4FE6FD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0CDF337-2B6E-4450-B775-4882ABF76241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3E4765C-AA57-417F-8B3F-3D05AFD75C2B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73AA09C-AEFA-44DC-A2E8-FCBFE736A3C2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56676095-AEA3-41DE-B6BA-A57029E21C43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961B73B-9518-4403-9D2F-D12B80A6F6BC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0797416-7076-44E5-99BF-636C9460080C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C2D068C-99CC-49A7-A6AF-581754F8A537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852A969-5154-4827-9774-3F840A40165E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846FEEDE-5300-489B-84B5-2A33F91384D9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C5D956C-7C46-440F-B4D2-A4919FB2CA82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04B0644C-176F-4E24-B900-97A4AD1B4C8C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F2416B6-154B-4887-B67B-C6042DD1ECA1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75E594B8-2345-4AD6-BDCF-0594F45C7166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47D60658-0BEA-4D62-8134-3A16CDF7338D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8C12241-F584-4B68-8F12-28BBEB9C51D8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8669BFE-F339-4AE9-93D7-161DC1E140E5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CAC03C7-7864-4D76-AD22-499385B73B0C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C3969E4-0E3E-47CD-B91D-38DEF50A2CF7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4F1488E-B41D-4F3B-90DB-1FC847E7D933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F4F51A6A-7B2D-4E65-B3ED-30D141E5455E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CC22375-46CB-4B48-8E4F-B60AE2B2384C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FF011C8-FD0E-4C29-AA64-CBCB57F337C0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75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83C4DDDA-DC2E-458E-8C8B-A6DDC442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247834" y="1591052"/>
            <a:ext cx="1203202" cy="118024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7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Raum über Button auswählen: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D70A0C4-36DF-4A68-8FAA-779CC7B603A8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B917967-0555-425C-AE90-1058E80029C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AD3B6A9-B454-4693-A3A9-34D110C4A1BF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A6A5D66-9DEA-4F6B-B776-5B1AB5FE2B58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F5BF5B3-D5F3-4984-98FF-340F2652484F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15775D3-991D-4C9E-B7B4-BD8034C77ADF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8185BCC-8F3F-4E85-A25B-65F41D3313FD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3804928-4981-49E5-B5C2-BE70F89606F9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435D243-7843-4A0E-8596-70064BE74285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C020630-9EF1-4F5D-9E98-62F588B02D7D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EE2A801-25FA-4380-BE90-7E663CFA3987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7E0EA658-8937-4B90-9CA6-85606C62CD45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4670B95-B992-46F5-B143-F7A74323A915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9F95E65-B1DC-426B-8E53-65C7DC9DD1BF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57533C0-9821-4547-8713-48E314CFC6D1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4492979A-97B1-4213-8D58-69043B8A0BB8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66A584D4-E650-4DE8-841C-AF9944C38711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4A1456C-2BCA-4814-8A73-E72160E3C27B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ED50A5FA-6E86-4F3D-833F-923722E9CA6B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30025146-C3D4-455B-9ADE-37CBA404C2C6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CA87192-01CF-47BD-B835-6052157082CB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53E57F87-7EC6-475F-8A65-5AE63EF3C105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B8DC3155-5BF4-4D24-9DF1-F267F7984B7B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FF48346-3C85-412D-9C61-A9ECFA1C0E55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04DF572-C42E-4C4E-B7A3-6B61F91944E6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FFDE00C2-5544-4959-87FB-90C59E2D7260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6F11C6C-E5E9-4FE1-8243-279F696DBBB8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14CF767-F1C2-43E2-AFCF-8613986249C5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718455D-95C7-436E-9494-8009883A2B37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F766F893-7ECB-4B4B-96A1-7B7FEBF98B9E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86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91323AB8-2363-4C8C-ACDD-6A7F77CAEF54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D5E11640-49E9-43F5-BF98-D3F54122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348652" y="1026924"/>
            <a:ext cx="1203202" cy="118024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8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Ansicht bei Auswahl „Raum“ aus Datenbank.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Erster Eintrag zum Anlegen eines neuen Raumes der in der Datenbank noch nicht vorhanden ist.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Sollte der Raum in der Datenbank vorhanden sein, muss dieser auswählbar sein und danach übernommen werden.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Hier wäre eine Funktion wie aus Excel hilfreich.</a:t>
            </a:r>
          </a:p>
          <a:p>
            <a:r>
              <a:rPr lang="de-DE" sz="1400" b="1" i="1" dirty="0">
                <a:solidFill>
                  <a:srgbClr val="FF0000"/>
                </a:solidFill>
              </a:rPr>
              <a:t>Wenn ich die ersten Stellen eintippe, sollten die Auswahl daraufhin reduziert werden.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Ist der Raum nicht vorhanden……</a:t>
            </a:r>
          </a:p>
          <a:p>
            <a:r>
              <a:rPr lang="de-DE" sz="1400" b="1" i="1" dirty="0">
                <a:solidFill>
                  <a:srgbClr val="FF0000"/>
                </a:solidFill>
              </a:rPr>
              <a:t>…..siehe folgende Seiten.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74C4307-118A-4607-8B13-EDC157F1F890}"/>
              </a:ext>
            </a:extLst>
          </p:cNvPr>
          <p:cNvSpPr/>
          <p:nvPr/>
        </p:nvSpPr>
        <p:spPr>
          <a:xfrm>
            <a:off x="2701839" y="1617044"/>
            <a:ext cx="2515054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C9515A-A899-4A7B-BAC0-F73719BC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59" y="2014050"/>
            <a:ext cx="1106001" cy="404381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C6AA5B2-98AB-4E03-81B7-9A4C69EF32D0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61ADA0-8E17-4C11-A44A-04EF95A25EF4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10C05D0-98D3-4767-A573-83A06B863FD1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C17AE43-EB18-4ABF-AFD9-B8DD8671B69B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3C12CAA-5F2B-4442-A9DC-E2A624A8275D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979B1A4-1753-438C-8DF2-5FFE13814054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5A0AD1C-5482-4B8F-9E21-B53AD3E1B503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515C29B7-B40E-431B-BD32-2B84D45BA954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034B71F-0E3D-4EAF-BC83-EE8D1DC7EAC6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648DFA1-A13F-47F0-9DA7-23E87777275C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BF2B4B8-56F4-4A53-8021-FDF401D6E2D4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178D82F-62F1-456B-8A7D-803142244127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871B095-5FB1-4C32-9C5F-BA1F4890821C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EEC864B8-E946-4D75-9727-E6998A222FAC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67A589D-AF76-4F62-BD23-DF57FDF55DE0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B98B8E4E-1A1D-41A1-9626-021B0452BBE4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04451DA-B594-4418-A557-448B40F98CA3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A308B79-FAEC-4319-874C-97E9D5D69FF5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F4DDC98-CCEB-4B8F-81B0-CC724798C103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3A3BE4B-6C48-4936-A750-E88A9C873036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EEA4AA4-6F70-40C2-98EC-059337B847AA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37FB82F-BF57-4BEF-B525-A03F882EA019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C939FE-F19E-4A1E-BFC8-A12594C9FD19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58B95F83-9305-4F13-BC97-CA1702008C7C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C66130A8-DF23-42CD-A075-0A42EBC61DA6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77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 41">
            <a:extLst>
              <a:ext uri="{FF2B5EF4-FFF2-40B4-BE49-F238E27FC236}">
                <a16:creationId xmlns:a16="http://schemas.microsoft.com/office/drawing/2014/main" id="{CB5B42D2-9B6D-40FC-84C8-76857B25246E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D5E11640-49E9-43F5-BF98-D3F54122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357478" y="1186106"/>
            <a:ext cx="1203202" cy="118024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9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Ansicht bei Auswahl „Raum“ aus Datenbank.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Erster Eintrag zum Anlegen eines neuen Raumes der in der Datenbank noch nicht vorhanden ist.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74C4307-118A-4607-8B13-EDC157F1F890}"/>
              </a:ext>
            </a:extLst>
          </p:cNvPr>
          <p:cNvSpPr/>
          <p:nvPr/>
        </p:nvSpPr>
        <p:spPr>
          <a:xfrm>
            <a:off x="2701839" y="1617044"/>
            <a:ext cx="2515054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C9515A-A899-4A7B-BAC0-F73719BC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59" y="2014050"/>
            <a:ext cx="1106001" cy="404381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7A454CC-5A94-4D40-BD8E-B46D08835A85}"/>
              </a:ext>
            </a:extLst>
          </p:cNvPr>
          <p:cNvSpPr/>
          <p:nvPr/>
        </p:nvSpPr>
        <p:spPr>
          <a:xfrm>
            <a:off x="2960505" y="2024606"/>
            <a:ext cx="2515054" cy="217672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A33707A-4A6A-4E25-9C1C-07BEFCEB7467}"/>
              </a:ext>
            </a:extLst>
          </p:cNvPr>
          <p:cNvSpPr/>
          <p:nvPr/>
        </p:nvSpPr>
        <p:spPr>
          <a:xfrm>
            <a:off x="4156145" y="2173223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A515D77-F079-45F0-B909-AC0BBD948233}"/>
              </a:ext>
            </a:extLst>
          </p:cNvPr>
          <p:cNvSpPr txBox="1"/>
          <p:nvPr/>
        </p:nvSpPr>
        <p:spPr>
          <a:xfrm>
            <a:off x="2812028" y="217986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Raum-Nr.: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CA799EA-51C8-4363-951A-C5CD6C7F12F0}"/>
              </a:ext>
            </a:extLst>
          </p:cNvPr>
          <p:cNvSpPr/>
          <p:nvPr/>
        </p:nvSpPr>
        <p:spPr>
          <a:xfrm>
            <a:off x="4156145" y="2673030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2BF378F-9005-4F37-82AB-594BDC1BA7F2}"/>
              </a:ext>
            </a:extLst>
          </p:cNvPr>
          <p:cNvSpPr txBox="1"/>
          <p:nvPr/>
        </p:nvSpPr>
        <p:spPr>
          <a:xfrm>
            <a:off x="2812028" y="267967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Raum-Bez.: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F2EC048-3FBD-42F5-9264-2335FD617A4A}"/>
              </a:ext>
            </a:extLst>
          </p:cNvPr>
          <p:cNvSpPr/>
          <p:nvPr/>
        </p:nvSpPr>
        <p:spPr>
          <a:xfrm>
            <a:off x="4607987" y="3915378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55D1A06-F348-4DE8-BE3B-EFCCB51D24A1}"/>
              </a:ext>
            </a:extLst>
          </p:cNvPr>
          <p:cNvSpPr txBox="1"/>
          <p:nvPr/>
        </p:nvSpPr>
        <p:spPr>
          <a:xfrm>
            <a:off x="2811549" y="384096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 anlegen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D1B559D-5E6E-4618-9280-BC6B2557B68E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F4134F4-CC15-47A7-A466-F9FAAF62FDDB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EF0FFAE-E8A7-4E42-A64D-D197D9C1525E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F35526E-68A4-482C-8AA7-2D368510781E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3F873CB-6EF9-49F9-B5A0-10E46843D539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73A8DA62-D2FC-4F31-9886-BAD617909F8C}"/>
              </a:ext>
            </a:extLst>
          </p:cNvPr>
          <p:cNvSpPr/>
          <p:nvPr/>
        </p:nvSpPr>
        <p:spPr>
          <a:xfrm>
            <a:off x="4156145" y="316341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28792D4-C627-427D-BD8A-DB3ED8C31606}"/>
              </a:ext>
            </a:extLst>
          </p:cNvPr>
          <p:cNvSpPr txBox="1"/>
          <p:nvPr/>
        </p:nvSpPr>
        <p:spPr>
          <a:xfrm>
            <a:off x="2812028" y="317005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Etage: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A77E8AE-87ED-4A4B-B70D-CF8EA57F0E8D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BEDB0D7-5E41-41AF-9ADB-FBA66AC687BB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2012753-96D5-488E-9122-3F46DFEB6E0B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B9CE53DC-443D-4CCC-B638-9F491C57A81A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9C18931-E996-46E0-849E-1EA8AF397A42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519B50E-0759-4900-855A-2DCB93F82E58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C5AFDA7-37EA-4592-B09A-4FA11627EDF6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13D49BD6-AE7A-416A-9DD8-3027823CE2E7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5F44505-F285-4D2E-A705-2ED48D96EFA6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CC5609E-757D-4A84-8314-24EC9242BB67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D513944-306F-4DD8-8FA8-F810F5871F62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0A11FB0-4E58-498B-9B87-0D973FAC614D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889AE8AB-C474-4D63-A37B-6ABCC988E26B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072E2F5-8A2A-44E0-A054-8D597363648B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CCCBDA59-2757-42A4-BBE4-C03440C6FC02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F8CBDBF1-ADEA-439A-94B7-604A88E23FB0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C9481FE2-99B8-48E5-A92E-40D98B7554D0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462BB79-692D-4EDB-B4E2-0A3A5B0B5910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A8468CD9-57BB-4089-9AA3-CBEE0CAE9648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E4B3D5AF-855A-480F-B708-CE28CFAC5C83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91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E11640-49E9-43F5-BF98-D3F54122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6457580" y="4328408"/>
            <a:ext cx="1203202" cy="118024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10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95D9A3-CC3D-41BA-8106-35167E80713A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Bezeichnung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58EAFE6-EF79-4771-8DB4-1B9C136E679C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Typ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Ansicht bei Auswahl „Raum“ aus Datenbank.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Erster Eintrag zum Anlegen eines neuen Raumes der in der Datenbank noch nicht vorhanden ist.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74C4307-118A-4607-8B13-EDC157F1F890}"/>
              </a:ext>
            </a:extLst>
          </p:cNvPr>
          <p:cNvSpPr/>
          <p:nvPr/>
        </p:nvSpPr>
        <p:spPr>
          <a:xfrm>
            <a:off x="2701839" y="1617044"/>
            <a:ext cx="2515054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C9515A-A899-4A7B-BAC0-F73719BC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59" y="2014050"/>
            <a:ext cx="1106001" cy="404381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0DEE14-79B8-4A4E-AD17-1E67359FC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57" y="4082643"/>
            <a:ext cx="5712842" cy="2316625"/>
          </a:xfrm>
          <a:prstGeom prst="rect">
            <a:avLst/>
          </a:prstGeom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099679A2-B07B-4546-B4A3-5E7145FEDCEE}"/>
              </a:ext>
            </a:extLst>
          </p:cNvPr>
          <p:cNvSpPr/>
          <p:nvPr/>
        </p:nvSpPr>
        <p:spPr>
          <a:xfrm>
            <a:off x="2960505" y="2024607"/>
            <a:ext cx="2515054" cy="1485162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81EDBED-F4CF-472A-A1D1-0BFD425EFEEB}"/>
              </a:ext>
            </a:extLst>
          </p:cNvPr>
          <p:cNvSpPr/>
          <p:nvPr/>
        </p:nvSpPr>
        <p:spPr>
          <a:xfrm>
            <a:off x="4156145" y="2173223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E26A8F3-DC17-4D7E-9BF5-A1058630A86F}"/>
              </a:ext>
            </a:extLst>
          </p:cNvPr>
          <p:cNvSpPr txBox="1"/>
          <p:nvPr/>
        </p:nvSpPr>
        <p:spPr>
          <a:xfrm>
            <a:off x="2812028" y="217986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Raum-Nr.: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AF02CCD-78FA-4298-941F-F8D49C4C12CA}"/>
              </a:ext>
            </a:extLst>
          </p:cNvPr>
          <p:cNvSpPr/>
          <p:nvPr/>
        </p:nvSpPr>
        <p:spPr>
          <a:xfrm>
            <a:off x="4156145" y="2673030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1D3F2A6-057D-4AA5-8D20-907973F2F8CD}"/>
              </a:ext>
            </a:extLst>
          </p:cNvPr>
          <p:cNvSpPr txBox="1"/>
          <p:nvPr/>
        </p:nvSpPr>
        <p:spPr>
          <a:xfrm>
            <a:off x="2812028" y="267967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Raum-Bez.: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444711C-7DAC-451D-94B3-707150227F94}"/>
              </a:ext>
            </a:extLst>
          </p:cNvPr>
          <p:cNvSpPr/>
          <p:nvPr/>
        </p:nvSpPr>
        <p:spPr>
          <a:xfrm>
            <a:off x="4607987" y="3136962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6170075-BD6E-4526-AC86-DEF542D316D7}"/>
              </a:ext>
            </a:extLst>
          </p:cNvPr>
          <p:cNvSpPr txBox="1"/>
          <p:nvPr/>
        </p:nvSpPr>
        <p:spPr>
          <a:xfrm>
            <a:off x="2811549" y="30625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 anlegen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040B47-FA29-4B3C-849A-98D432C3CF2F}"/>
              </a:ext>
            </a:extLst>
          </p:cNvPr>
          <p:cNvSpPr txBox="1"/>
          <p:nvPr/>
        </p:nvSpPr>
        <p:spPr>
          <a:xfrm>
            <a:off x="3891735" y="216061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PG 11.2/3210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E8661C0-80DD-4F2A-B23D-2170403A2D2D}"/>
              </a:ext>
            </a:extLst>
          </p:cNvPr>
          <p:cNvSpPr txBox="1"/>
          <p:nvPr/>
        </p:nvSpPr>
        <p:spPr>
          <a:xfrm>
            <a:off x="3915269" y="266844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Büro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BC0DAA0-5774-4210-A433-F1137EE3586D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6151424-F0B9-4431-B393-C3F3DD4216FA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A376B0F-8AAF-4E2C-82C6-0ED644A903A7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3A22E8B2-612B-4C7E-BA2C-717385D39696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B0CBDCB0-2259-4043-A907-E88C9F7CE43C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0A4223C-12A8-4075-A9E8-67C93E5D7DB2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BB7CC665-799E-4C85-827C-1F65341B1AF3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BB33DBF3-DD7F-48C7-AF58-7C2696B550DD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F767C40D-DD16-4CDA-B119-98D77353BFEF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FD0F640-3C66-4BE1-ACB0-28FA03D947B9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511615B-E40C-472A-85BA-D206FE0BB94B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4AECBF28-A3BB-4E52-BED8-DBAD3D3A946F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D581CE4C-4539-4C12-9379-64A1E562C641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D23C8E2-9696-4F71-A6BF-6B018DA4F77B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D6BD6045-18EA-4D73-9B6F-991CF3F2FCC3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254D647B-DF1E-44C7-85B5-E58E7254FD2C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58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EAF7E6CD-332E-4FF7-A301-A85853B90512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D5E11640-49E9-43F5-BF98-D3F54122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617985" y="2506289"/>
            <a:ext cx="1203202" cy="118024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11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Ansicht bei Auswahl „Raum“ aus Datenbank.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Erster Eintrag zum Anlegen eines neuen Raumes der in der Datenbank noch nicht vorhanden ist.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Neuer Eintrag muss bestätigt werden.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Neuer Eintrag muss in Datenbank farbig hinterlegt werden.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74C4307-118A-4607-8B13-EDC157F1F890}"/>
              </a:ext>
            </a:extLst>
          </p:cNvPr>
          <p:cNvSpPr/>
          <p:nvPr/>
        </p:nvSpPr>
        <p:spPr>
          <a:xfrm>
            <a:off x="2701839" y="1617044"/>
            <a:ext cx="2515054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C9515A-A899-4A7B-BAC0-F73719BC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59" y="2014050"/>
            <a:ext cx="1106001" cy="404381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57EA0CF-8840-4261-978B-4D22F84F17EC}"/>
              </a:ext>
            </a:extLst>
          </p:cNvPr>
          <p:cNvSpPr/>
          <p:nvPr/>
        </p:nvSpPr>
        <p:spPr>
          <a:xfrm>
            <a:off x="2960505" y="2024607"/>
            <a:ext cx="2515054" cy="1485162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AC71183-8D46-47FF-84F8-DA62135DB8FE}"/>
              </a:ext>
            </a:extLst>
          </p:cNvPr>
          <p:cNvSpPr/>
          <p:nvPr/>
        </p:nvSpPr>
        <p:spPr>
          <a:xfrm>
            <a:off x="4156145" y="2173223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AC4ADAB-6302-43C8-BE25-A5D1A4155BAB}"/>
              </a:ext>
            </a:extLst>
          </p:cNvPr>
          <p:cNvSpPr txBox="1"/>
          <p:nvPr/>
        </p:nvSpPr>
        <p:spPr>
          <a:xfrm>
            <a:off x="2812028" y="217986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Raum-Nr.: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770E622-0362-4C4C-9B4C-C4F0FEFEF353}"/>
              </a:ext>
            </a:extLst>
          </p:cNvPr>
          <p:cNvSpPr/>
          <p:nvPr/>
        </p:nvSpPr>
        <p:spPr>
          <a:xfrm>
            <a:off x="4156145" y="2673030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6A8561E-D726-4E80-BF65-E32A3D7E7547}"/>
              </a:ext>
            </a:extLst>
          </p:cNvPr>
          <p:cNvSpPr txBox="1"/>
          <p:nvPr/>
        </p:nvSpPr>
        <p:spPr>
          <a:xfrm>
            <a:off x="2812028" y="267967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Raum-Bez.: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681C200-967B-4C97-9633-C0AC1485BCB7}"/>
              </a:ext>
            </a:extLst>
          </p:cNvPr>
          <p:cNvSpPr/>
          <p:nvPr/>
        </p:nvSpPr>
        <p:spPr>
          <a:xfrm>
            <a:off x="4607987" y="3136962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5C609E7-2659-4872-A6CB-D9B8EF00B465}"/>
              </a:ext>
            </a:extLst>
          </p:cNvPr>
          <p:cNvSpPr txBox="1"/>
          <p:nvPr/>
        </p:nvSpPr>
        <p:spPr>
          <a:xfrm>
            <a:off x="2811549" y="30625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 anlegen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F16D0DA-F175-4689-8ECD-82382FC87A70}"/>
              </a:ext>
            </a:extLst>
          </p:cNvPr>
          <p:cNvSpPr txBox="1"/>
          <p:nvPr/>
        </p:nvSpPr>
        <p:spPr>
          <a:xfrm>
            <a:off x="3891735" y="216061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PG 11.2/3210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2A6CD69E-2EE4-4359-A50F-AADA029ADC05}"/>
              </a:ext>
            </a:extLst>
          </p:cNvPr>
          <p:cNvSpPr txBox="1"/>
          <p:nvPr/>
        </p:nvSpPr>
        <p:spPr>
          <a:xfrm>
            <a:off x="3915269" y="266844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Büro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91941E5-E6D5-4847-B3EA-9A9663BBD8D0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BBE866D-5D2B-42FC-92EB-0CAA67342075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900B8F3-2B72-473E-8B67-DCA6CA9B8BDE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1ED7181-1C6A-4DA9-80C6-A3B685907D5F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8A7B567-6CBE-46FB-A0C8-8670B50D8F77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422EC4B8-4F5D-4608-8601-E3CE3804501B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2695588-6F92-429E-9274-D42F8170DDCF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C4CBB4C-4D04-4A5E-A292-48FF3A237BA6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8FEDB34-30E1-4983-BABD-67A3930C575D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0995E60E-CB84-4091-AAF8-28B2ABC1B77A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9CBB4CD-9DAF-45BF-BAC7-0CA75EA9E4AA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587B908F-D794-48B0-85E8-BEECCE54034B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E6AAECAC-B074-4F95-9C1A-95DEE812F017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59EF21B-7B60-4A1C-822A-28ACE2007205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28F94C9D-0A96-48BE-83DF-74B6CE15A1AC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1BDA3F72-829B-49B6-A1BE-8BA8B21931D3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C95DC3A-24BF-4481-AEAD-7AD1ECFA6B19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FBC5080A-BBDD-41AE-B102-64713DBD79C4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7DF82D3-56B8-4748-A0D0-4980EF3AA3B3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D127A735-4939-41BD-8959-2C893DB8961A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EEB1AEDD-B3F6-4511-AA80-34DDFD33DDC2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C9FFB1F0-6A37-4A11-A296-E61BBF7E8617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F65CF4F7-50BD-4E79-B21E-C0D75EF1B73C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09D2C812-60BF-4DAF-ACFD-D2B2BEE8BC9B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55AECB5F-2AD1-42A9-ABD1-B18D487D1E19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06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12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9DE771E-DD5B-4A77-99C4-C245B3372977}"/>
              </a:ext>
            </a:extLst>
          </p:cNvPr>
          <p:cNvSpPr txBox="1"/>
          <p:nvPr/>
        </p:nvSpPr>
        <p:spPr>
          <a:xfrm>
            <a:off x="2382385" y="2225744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PG 11.2/3210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31B64CF-404B-47A0-A92A-9E60F40E411B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E0C7636-F477-4A44-9A7A-F405575A0FF6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B2F6C84-F4C9-4532-8BF5-B5A1BECF267D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FB609F9C-9AD9-4B89-8C40-27A5A45D3872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8A88071-8CF8-4E87-9303-FCCC6847598D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94DE5B2-AF47-4633-9355-3C13B78333C6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C5EC0958-823D-4D1E-A15C-F024EB308999}"/>
              </a:ext>
            </a:extLst>
          </p:cNvPr>
          <p:cNvSpPr txBox="1"/>
          <p:nvPr/>
        </p:nvSpPr>
        <p:spPr>
          <a:xfrm>
            <a:off x="2382385" y="2997868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Büro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56150964-3AB5-4B3B-9833-E76EC11E0817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1444DC6-CFA0-4125-A2B7-E05F69399943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2149D6D-09DB-4020-90F0-534C0A68CB95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B18109D-10DD-439A-A917-9A5E242C334C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881E6E9-3A04-4FDF-8522-6E16D2908508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E3C8E974-EB37-4125-B5AD-BC42BE8E24D4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6EC4F11-B033-4D1A-8361-ACF8C0EDAB46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06FD9455-AE22-42AF-84FD-EDB9611A0E80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4FFC78D-8D4E-4E47-A419-6E86CD0B5BA7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3FE56190-7CA6-47D3-BE64-D7EAD84CBD5E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C55D053-77AF-405F-B75B-3350A3CA077A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09F78EC-7E24-4B1D-9184-F186CA55D30D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46362B7-E5CD-44C0-B6B5-F3A04ECEAC1C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B419DDD-B6A3-4DC6-805E-298684F3B37C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B4F0EE7E-35A1-4A82-902C-ECAE576D7FE8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862290D-FA3D-48E1-B6BE-B06BC82A79E1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E6BD68EE-3FE7-4A1C-937D-22C16B48B861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5ACC614-D2DE-4009-ADDC-014326CC6A17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F009DE5-0AF7-4145-93CD-AB072A62BA15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061D5D0B-64BE-454F-8C98-9705BE532BF9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DA1EBAF-DA59-4C98-85CD-94476F566822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3313909E-5A1C-4671-B2B5-03FD98AC8E66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9195C10-DA94-4083-BBCC-1C768F832C71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573B5E7-3A94-4521-A3BA-42B6B95794CA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82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F4B1990F-A7D4-4A3B-9453-1E346D46F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253696" y="4134426"/>
            <a:ext cx="1203202" cy="118024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13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Neuen Artikel anlegen: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BBA5B3A-CDFD-4AF0-99D2-50237A00228A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847ABE5-852D-432D-9008-37EA65E2D24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DE9418-2A8C-45C9-BC9C-0C8A86046870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5BE13F6-5AF9-4C46-AAA0-57636B51E2B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0479875-DA86-4EE1-B625-2E29CC536C5C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8BBB95-DC5B-4F5F-8D41-ACF6DB4030C0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F67D26F-E94A-48CB-A9D2-8139FE1877E1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F8A5629-6934-4A49-814E-3874644BC43A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6AE3320-1AB8-47B0-8368-90A925F5D91B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75CDC56B-8BD8-4F51-97DF-1F161A8AA6B4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A8F2F4E-75B6-41BF-B8E0-9034F92B4EC3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2260155-3FE0-4809-9A05-E103A8F74CD6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5210F0B-5E34-485B-BFD3-B37B7D2D985C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6F04F7EB-C66E-49A6-B410-1E2411C20E33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D39E815B-6359-4A71-A471-D729233D1580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46E81BA-DB2F-4A13-BAD2-8030B1C608AE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B9F7FAAA-DC34-447D-A143-9AC5204B0858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0B558C09-00BD-4F54-A5E4-521BD6945F24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4F36AF6F-BE77-49A9-A818-A2FBC9BEF5DA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7D74DBC4-5E9A-495B-9921-F5B77BC070BC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7627B186-4AB0-460B-B9A1-245DDB12EFC0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A3EAC0F-BB9F-4938-9A4A-91BFCCBDBECF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2E41D05F-552A-4CAF-B822-A937127405EC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D48EFF61-C35D-4120-B56E-F54D56073A9B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64AF1E1-AC14-4C3A-94E3-6C468100EF94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999EE97-2071-4E78-A727-DF141872772C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10C006AC-3ED5-408D-907B-9E2D9F8C833D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2941DFFD-0ED5-4242-A4A4-19C2793E1F11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5BD545E-FFE2-4F37-8FE6-04805B598161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CDC550AB-D85B-4B9E-B535-77C90710EF2F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61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F4B1990F-A7D4-4A3B-9453-1E346D46F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83399">
            <a:off x="5253696" y="4134426"/>
            <a:ext cx="1203202" cy="118024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14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Neuen Artikel anlegen: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BBA5B3A-CDFD-4AF0-99D2-50237A00228A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847ABE5-852D-432D-9008-37EA65E2D24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DE9418-2A8C-45C9-BC9C-0C8A86046870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5BE13F6-5AF9-4C46-AAA0-57636B51E2B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0479875-DA86-4EE1-B625-2E29CC536C5C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8BBB95-DC5B-4F5F-8D41-ACF6DB4030C0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331898D-6A55-4259-B8F0-3F4A5B0E95B7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A69E168-32B6-40C9-A16A-D1E24736EC9C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9E67DC61-9BF6-4DBA-83FA-195AB24C3058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77F935F8-195F-45AD-A848-1D4979F2B271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FC0CC6B-2B81-406D-93B6-B1FE1D36AE59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EB28EA1E-AAE2-4DA7-B5CC-515393BCEDBA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42212A6-EB6A-4F6D-ACE7-39AE129B0A2B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936F98C4-98C0-4BB1-8F23-950E0B291870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E4848060-3A0F-4597-8F30-BD205E5A54C0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8B98B62-50E8-44FF-9FBB-776C81DC9F83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88C8B8BA-E9D2-4915-8B79-84E8795BAFD3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7F75500-5DA8-467B-9737-296F70464390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147EC963-A10E-47B8-B85A-F710F4B4D194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616F6E0-0853-4061-A3E4-4A05AE233EF2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7B11D26-EF5E-43CE-82E1-7C6EBCF18F50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6D89B3C-CE0E-46D0-B919-48CF896F9EB2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6CB2AD66-BB70-4EE6-B702-545398520123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3E1E88D9-834D-444D-B3B1-C019FD07023A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5287C25-2EBF-4CE9-9ADF-90493013C6F8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D2E219FD-19B0-4968-9737-21B3A78D8846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B30A2C3B-72BB-4A94-A104-5C9085355961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3C087830-8C09-497C-86BD-76D73F3F5E0B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4CA4271D-AEE7-45E3-895B-CBEF6B28B181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A4DD9D4E-A706-41B1-BA97-63304C1008A6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03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hteck 77">
            <a:extLst>
              <a:ext uri="{FF2B5EF4-FFF2-40B4-BE49-F238E27FC236}">
                <a16:creationId xmlns:a16="http://schemas.microsoft.com/office/drawing/2014/main" id="{F112C687-DA0E-4D85-8704-85B1E8DEC0EE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A5F40F3-5408-416B-95AF-0DA9143485B2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E088E8A4-0711-4B27-AEBE-806E3264D303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6EF84ECE-CF14-4453-B77E-105E31A9D279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4C61532B-8F48-447E-9E57-303341B1AB68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5ECB35E8-8732-4732-91A4-F68F652E97A5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15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Neuen Artikel anlegen: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„Artikel-</a:t>
            </a:r>
            <a:r>
              <a:rPr lang="de-DE" sz="1400" b="1" i="1" dirty="0" err="1">
                <a:solidFill>
                  <a:srgbClr val="FF0000"/>
                </a:solidFill>
              </a:rPr>
              <a:t>Bez</a:t>
            </a:r>
            <a:r>
              <a:rPr lang="de-DE" sz="1400" b="1" i="1" dirty="0">
                <a:solidFill>
                  <a:srgbClr val="FF0000"/>
                </a:solidFill>
              </a:rPr>
              <a:t>“ und „Artikel-Typ“ sind </a:t>
            </a:r>
            <a:r>
              <a:rPr lang="de-DE" sz="1400" b="1" i="1" u="sng" dirty="0" err="1">
                <a:solidFill>
                  <a:srgbClr val="FF0000"/>
                </a:solidFill>
              </a:rPr>
              <a:t>Pflichfelder</a:t>
            </a:r>
            <a:endParaRPr lang="de-DE" sz="1400" b="1" i="1" u="sng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Hersteller, Abmessungen und Farbe sind </a:t>
            </a:r>
            <a:r>
              <a:rPr lang="de-DE" sz="1400" b="1" i="1" u="sng" dirty="0" err="1">
                <a:solidFill>
                  <a:srgbClr val="FF0000"/>
                </a:solidFill>
              </a:rPr>
              <a:t>Kannfelder</a:t>
            </a:r>
            <a:r>
              <a:rPr lang="de-DE" sz="1400" b="1" i="1" dirty="0">
                <a:solidFill>
                  <a:srgbClr val="FF0000"/>
                </a:solidFill>
              </a:rPr>
              <a:t>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BBA5B3A-CDFD-4AF0-99D2-50237A00228A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847ABE5-852D-432D-9008-37EA65E2D24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DE9418-2A8C-45C9-BC9C-0C8A86046870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5BE13F6-5AF9-4C46-AAA0-57636B51E2B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0479875-DA86-4EE1-B625-2E29CC536C5C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8BBB95-DC5B-4F5F-8D41-ACF6DB4030C0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F56F796-F749-4527-933C-2097E698C4C1}"/>
              </a:ext>
            </a:extLst>
          </p:cNvPr>
          <p:cNvSpPr/>
          <p:nvPr/>
        </p:nvSpPr>
        <p:spPr>
          <a:xfrm>
            <a:off x="2181720" y="1684156"/>
            <a:ext cx="3777985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4954634-C223-4E1E-8A34-C6C333D4263C}"/>
              </a:ext>
            </a:extLst>
          </p:cNvPr>
          <p:cNvSpPr txBox="1"/>
          <p:nvPr/>
        </p:nvSpPr>
        <p:spPr>
          <a:xfrm>
            <a:off x="2735117" y="173491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Artikel Anlegen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F05BAD-B85E-4D0A-9B8B-2889DFA6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56" y="2321711"/>
            <a:ext cx="3494317" cy="3566899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3D0AAC03-34F1-4F03-ADA2-8A504186EB14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A677741-BB76-40E6-8045-9C26DE5223EE}"/>
              </a:ext>
            </a:extLst>
          </p:cNvPr>
          <p:cNvSpPr/>
          <p:nvPr/>
        </p:nvSpPr>
        <p:spPr>
          <a:xfrm>
            <a:off x="2484599" y="1790977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945BF3F-5F75-4679-9C05-888A0EA8582C}"/>
              </a:ext>
            </a:extLst>
          </p:cNvPr>
          <p:cNvSpPr/>
          <p:nvPr/>
        </p:nvSpPr>
        <p:spPr>
          <a:xfrm>
            <a:off x="2440387" y="2091718"/>
            <a:ext cx="2515054" cy="2933691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849A333E-F701-4239-ADEE-30816BAB9FD6}"/>
              </a:ext>
            </a:extLst>
          </p:cNvPr>
          <p:cNvSpPr/>
          <p:nvPr/>
        </p:nvSpPr>
        <p:spPr>
          <a:xfrm>
            <a:off x="3636027" y="2240335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FCFEA0A-AB46-4154-9040-19B802ECCB89}"/>
              </a:ext>
            </a:extLst>
          </p:cNvPr>
          <p:cNvSpPr txBox="1"/>
          <p:nvPr/>
        </p:nvSpPr>
        <p:spPr>
          <a:xfrm>
            <a:off x="2291910" y="224698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Artikel-Bez.: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8653FD4-275B-421F-AC57-2631759FFA84}"/>
              </a:ext>
            </a:extLst>
          </p:cNvPr>
          <p:cNvSpPr/>
          <p:nvPr/>
        </p:nvSpPr>
        <p:spPr>
          <a:xfrm>
            <a:off x="3636027" y="274014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D61129B-969E-4ED7-ADCE-F8BB144099AB}"/>
              </a:ext>
            </a:extLst>
          </p:cNvPr>
          <p:cNvSpPr txBox="1"/>
          <p:nvPr/>
        </p:nvSpPr>
        <p:spPr>
          <a:xfrm>
            <a:off x="2291910" y="274678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Artikel-Typ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DE4AB56-32EC-4FE6-8C01-14DF341839F0}"/>
              </a:ext>
            </a:extLst>
          </p:cNvPr>
          <p:cNvSpPr/>
          <p:nvPr/>
        </p:nvSpPr>
        <p:spPr>
          <a:xfrm>
            <a:off x="4087869" y="4705616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109F642-0B23-469E-AF48-997649A5DE82}"/>
              </a:ext>
            </a:extLst>
          </p:cNvPr>
          <p:cNvSpPr txBox="1"/>
          <p:nvPr/>
        </p:nvSpPr>
        <p:spPr>
          <a:xfrm>
            <a:off x="2291431" y="4631203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 anlegen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8D1D442-FA8E-42A8-A4FA-4C7B152573F4}"/>
              </a:ext>
            </a:extLst>
          </p:cNvPr>
          <p:cNvSpPr/>
          <p:nvPr/>
        </p:nvSpPr>
        <p:spPr>
          <a:xfrm>
            <a:off x="3643693" y="3229254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43D44BC-D7AF-4BC8-A833-29FA2234F0FB}"/>
              </a:ext>
            </a:extLst>
          </p:cNvPr>
          <p:cNvSpPr txBox="1"/>
          <p:nvPr/>
        </p:nvSpPr>
        <p:spPr>
          <a:xfrm>
            <a:off x="2299576" y="323589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Hersteller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96AAD2D-2468-4415-BB86-F6866695D27C}"/>
              </a:ext>
            </a:extLst>
          </p:cNvPr>
          <p:cNvSpPr/>
          <p:nvPr/>
        </p:nvSpPr>
        <p:spPr>
          <a:xfrm>
            <a:off x="3635548" y="371944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142A19AC-D4C8-4337-AAB9-FC8788F4A609}"/>
              </a:ext>
            </a:extLst>
          </p:cNvPr>
          <p:cNvSpPr txBox="1"/>
          <p:nvPr/>
        </p:nvSpPr>
        <p:spPr>
          <a:xfrm>
            <a:off x="2291431" y="372608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Abmessungen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86834469-0B2B-489B-A0FD-FF0CDA1B2E41}"/>
              </a:ext>
            </a:extLst>
          </p:cNvPr>
          <p:cNvSpPr/>
          <p:nvPr/>
        </p:nvSpPr>
        <p:spPr>
          <a:xfrm>
            <a:off x="3635548" y="4211503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AD72F518-29C0-4B77-8363-C4862AF02A50}"/>
              </a:ext>
            </a:extLst>
          </p:cNvPr>
          <p:cNvSpPr txBox="1"/>
          <p:nvPr/>
        </p:nvSpPr>
        <p:spPr>
          <a:xfrm>
            <a:off x="2291431" y="421814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Farbe</a:t>
            </a:r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D2E95474-3E25-40B6-B07C-3A50402FE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83399">
            <a:off x="6116375" y="5150516"/>
            <a:ext cx="652202" cy="639755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657D9C61-C60C-4EFC-A27E-0C81F097C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728" y="4717285"/>
            <a:ext cx="4210162" cy="1707271"/>
          </a:xfrm>
          <a:prstGeom prst="rect">
            <a:avLst/>
          </a:prstGeom>
        </p:spPr>
      </p:pic>
      <p:sp>
        <p:nvSpPr>
          <p:cNvPr id="64" name="Rechteck 63">
            <a:extLst>
              <a:ext uri="{FF2B5EF4-FFF2-40B4-BE49-F238E27FC236}">
                <a16:creationId xmlns:a16="http://schemas.microsoft.com/office/drawing/2014/main" id="{CE639F66-BD8F-4557-BBFD-0FE40647B9AF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849A35CD-85F2-402E-945A-C69186D372ED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2730C68-D5B1-4737-9422-905EF501C5BD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184CACD-35EA-4376-918C-AB01F5331916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7FF8B94D-E496-44D8-A656-5F471009FF83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0210F54-8532-47D3-9D84-09D88D77A016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4C89407D-C51C-45D2-A057-6AA2086AFA2A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22B49701-2032-4495-8542-50778EE57B8D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A89E4F6E-57A7-4ED5-B03A-D47243DA0ED8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E0155DB-DCB8-4C3D-AAB1-D16E0749DAF0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CB1AE190-6CA9-4679-887A-4535C6F53547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671EB1A9-E95A-4A19-B196-8BDBE1BA17CC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F7204204-0DE8-45A2-93B3-D32206A99F49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09A9A66-6D59-4E37-8624-EAF08615BFED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61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16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0591AE-E32D-40D3-A5FA-63F628923A43}"/>
              </a:ext>
            </a:extLst>
          </p:cNvPr>
          <p:cNvSpPr txBox="1"/>
          <p:nvPr/>
        </p:nvSpPr>
        <p:spPr>
          <a:xfrm>
            <a:off x="8047781" y="348983"/>
            <a:ext cx="38679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Neuen Artikel anlegen: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„Artikel-</a:t>
            </a:r>
            <a:r>
              <a:rPr lang="de-DE" sz="1400" b="1" i="1" dirty="0" err="1">
                <a:solidFill>
                  <a:srgbClr val="FF0000"/>
                </a:solidFill>
              </a:rPr>
              <a:t>Bez</a:t>
            </a:r>
            <a:r>
              <a:rPr lang="de-DE" sz="1400" b="1" i="1" dirty="0">
                <a:solidFill>
                  <a:srgbClr val="FF0000"/>
                </a:solidFill>
              </a:rPr>
              <a:t>“ und „Artikel-Typ“ sind </a:t>
            </a:r>
            <a:r>
              <a:rPr lang="de-DE" sz="1400" b="1" i="1" u="sng" dirty="0">
                <a:solidFill>
                  <a:srgbClr val="FF0000"/>
                </a:solidFill>
              </a:rPr>
              <a:t>Pflichtfelder</a:t>
            </a:r>
          </a:p>
          <a:p>
            <a:r>
              <a:rPr lang="de-DE" sz="1400" b="1" i="1" dirty="0">
                <a:solidFill>
                  <a:srgbClr val="FF0000"/>
                </a:solidFill>
              </a:rPr>
              <a:t>Hersteller, Abmessungen und Farbe sind </a:t>
            </a:r>
            <a:r>
              <a:rPr lang="de-DE" sz="1400" b="1" i="1" u="sng" dirty="0" err="1">
                <a:solidFill>
                  <a:srgbClr val="FF0000"/>
                </a:solidFill>
              </a:rPr>
              <a:t>Kannfelder</a:t>
            </a:r>
            <a:r>
              <a:rPr lang="de-DE" sz="1400" b="1" i="1" dirty="0">
                <a:solidFill>
                  <a:srgbClr val="FF0000"/>
                </a:solidFill>
              </a:rPr>
              <a:t>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Neuer Eintrag muss bestätigt werden.</a:t>
            </a: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r>
              <a:rPr lang="de-DE" sz="1400" b="1" i="1" dirty="0">
                <a:solidFill>
                  <a:srgbClr val="FF0000"/>
                </a:solidFill>
              </a:rPr>
              <a:t>Neuer Eintrag muss in der Datenbank farbig hinterlegt werden.</a:t>
            </a: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6C035F-D0E9-4AF5-B86A-8BEB3B5B1B37}"/>
              </a:ext>
            </a:extLst>
          </p:cNvPr>
          <p:cNvSpPr/>
          <p:nvPr/>
        </p:nvSpPr>
        <p:spPr>
          <a:xfrm>
            <a:off x="4485095" y="3689079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0AE9125-12EB-41B9-A38C-8F9FB5EA72FF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2412D-0B37-4F10-A14B-2F88177E4904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147DB7-EE21-4951-842A-D7EB4D69C2CE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FBE8A9-DC95-4D17-BAD3-518E46558C76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461C207-3A73-481B-9CE5-4136FEBE5BDE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89D691-6A8D-4894-88A2-6CECC66F41E6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BBA5B3A-CDFD-4AF0-99D2-50237A00228A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847ABE5-852D-432D-9008-37EA65E2D24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DE9418-2A8C-45C9-BC9C-0C8A86046870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5BE13F6-5AF9-4C46-AAA0-57636B51E2B4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0479875-DA86-4EE1-B625-2E29CC536C5C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8BBB95-DC5B-4F5F-8D41-ACF6DB4030C0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F56F796-F749-4527-933C-2097E698C4C1}"/>
              </a:ext>
            </a:extLst>
          </p:cNvPr>
          <p:cNvSpPr/>
          <p:nvPr/>
        </p:nvSpPr>
        <p:spPr>
          <a:xfrm>
            <a:off x="1987463" y="1617044"/>
            <a:ext cx="3777985" cy="4528287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4954634-C223-4E1E-8A34-C6C333D4263C}"/>
              </a:ext>
            </a:extLst>
          </p:cNvPr>
          <p:cNvSpPr txBox="1"/>
          <p:nvPr/>
        </p:nvSpPr>
        <p:spPr>
          <a:xfrm>
            <a:off x="2490559" y="166588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Artikel Anlegen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F05BAD-B85E-4D0A-9B8B-2889DFA6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99" y="2254599"/>
            <a:ext cx="3494317" cy="3566899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3D0AAC03-34F1-4F03-ADA2-8A504186EB14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A677741-BB76-40E6-8045-9C26DE5223EE}"/>
              </a:ext>
            </a:extLst>
          </p:cNvPr>
          <p:cNvSpPr/>
          <p:nvPr/>
        </p:nvSpPr>
        <p:spPr>
          <a:xfrm>
            <a:off x="2290342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945BF3F-5F75-4679-9C05-888A0EA8582C}"/>
              </a:ext>
            </a:extLst>
          </p:cNvPr>
          <p:cNvSpPr/>
          <p:nvPr/>
        </p:nvSpPr>
        <p:spPr>
          <a:xfrm>
            <a:off x="2293755" y="2024606"/>
            <a:ext cx="2515054" cy="2933691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849A333E-F701-4239-ADEE-30816BAB9FD6}"/>
              </a:ext>
            </a:extLst>
          </p:cNvPr>
          <p:cNvSpPr/>
          <p:nvPr/>
        </p:nvSpPr>
        <p:spPr>
          <a:xfrm>
            <a:off x="3441770" y="2173223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FCFEA0A-AB46-4154-9040-19B802ECCB89}"/>
              </a:ext>
            </a:extLst>
          </p:cNvPr>
          <p:cNvSpPr txBox="1"/>
          <p:nvPr/>
        </p:nvSpPr>
        <p:spPr>
          <a:xfrm>
            <a:off x="2097653" y="217986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Artikel-Bez.: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8653FD4-275B-421F-AC57-2631759FFA84}"/>
              </a:ext>
            </a:extLst>
          </p:cNvPr>
          <p:cNvSpPr/>
          <p:nvPr/>
        </p:nvSpPr>
        <p:spPr>
          <a:xfrm>
            <a:off x="3441770" y="2673030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D61129B-969E-4ED7-ADCE-F8BB144099AB}"/>
              </a:ext>
            </a:extLst>
          </p:cNvPr>
          <p:cNvSpPr txBox="1"/>
          <p:nvPr/>
        </p:nvSpPr>
        <p:spPr>
          <a:xfrm>
            <a:off x="2097653" y="267967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Artikel-Typ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DE4AB56-32EC-4FE6-8C01-14DF341839F0}"/>
              </a:ext>
            </a:extLst>
          </p:cNvPr>
          <p:cNvSpPr/>
          <p:nvPr/>
        </p:nvSpPr>
        <p:spPr>
          <a:xfrm>
            <a:off x="3893612" y="4638504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109F642-0B23-469E-AF48-997649A5DE82}"/>
              </a:ext>
            </a:extLst>
          </p:cNvPr>
          <p:cNvSpPr txBox="1"/>
          <p:nvPr/>
        </p:nvSpPr>
        <p:spPr>
          <a:xfrm>
            <a:off x="2097174" y="456409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Artikel anlegen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8D1D442-FA8E-42A8-A4FA-4C7B152573F4}"/>
              </a:ext>
            </a:extLst>
          </p:cNvPr>
          <p:cNvSpPr/>
          <p:nvPr/>
        </p:nvSpPr>
        <p:spPr>
          <a:xfrm>
            <a:off x="3449436" y="316214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43D44BC-D7AF-4BC8-A833-29FA2234F0FB}"/>
              </a:ext>
            </a:extLst>
          </p:cNvPr>
          <p:cNvSpPr txBox="1"/>
          <p:nvPr/>
        </p:nvSpPr>
        <p:spPr>
          <a:xfrm>
            <a:off x="2105319" y="316878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Hersteller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96AAD2D-2468-4415-BB86-F6866695D27C}"/>
              </a:ext>
            </a:extLst>
          </p:cNvPr>
          <p:cNvSpPr/>
          <p:nvPr/>
        </p:nvSpPr>
        <p:spPr>
          <a:xfrm>
            <a:off x="3441291" y="365232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142A19AC-D4C8-4337-AAB9-FC8788F4A609}"/>
              </a:ext>
            </a:extLst>
          </p:cNvPr>
          <p:cNvSpPr txBox="1"/>
          <p:nvPr/>
        </p:nvSpPr>
        <p:spPr>
          <a:xfrm>
            <a:off x="2097174" y="36589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Abmessungen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86834469-0B2B-489B-A0FD-FF0CDA1B2E41}"/>
              </a:ext>
            </a:extLst>
          </p:cNvPr>
          <p:cNvSpPr/>
          <p:nvPr/>
        </p:nvSpPr>
        <p:spPr>
          <a:xfrm>
            <a:off x="3441291" y="414439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AD72F518-29C0-4B77-8363-C4862AF02A50}"/>
              </a:ext>
            </a:extLst>
          </p:cNvPr>
          <p:cNvSpPr txBox="1"/>
          <p:nvPr/>
        </p:nvSpPr>
        <p:spPr>
          <a:xfrm>
            <a:off x="2097174" y="415103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Farbe</a:t>
            </a:r>
          </a:p>
        </p:txBody>
      </p:sp>
      <p:pic>
        <p:nvPicPr>
          <p:cNvPr id="59" name="Grafik 58">
            <a:extLst>
              <a:ext uri="{FF2B5EF4-FFF2-40B4-BE49-F238E27FC236}">
                <a16:creationId xmlns:a16="http://schemas.microsoft.com/office/drawing/2014/main" id="{6BB9227A-4652-4EE3-B376-0B289EE1B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83399">
            <a:off x="6063578" y="3884973"/>
            <a:ext cx="1203202" cy="1180240"/>
          </a:xfrm>
          <a:prstGeom prst="rect">
            <a:avLst/>
          </a:prstGeom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7C2565D3-7F46-4160-8815-69D53755C4B8}"/>
              </a:ext>
            </a:extLst>
          </p:cNvPr>
          <p:cNvSpPr txBox="1"/>
          <p:nvPr/>
        </p:nvSpPr>
        <p:spPr>
          <a:xfrm>
            <a:off x="3200894" y="266844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Please</a:t>
            </a:r>
            <a:r>
              <a:rPr lang="de-DE" sz="1200" dirty="0"/>
              <a:t> 2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8392B7F7-E32C-4892-9ECD-E8B6ADADC538}"/>
              </a:ext>
            </a:extLst>
          </p:cNvPr>
          <p:cNvSpPr txBox="1"/>
          <p:nvPr/>
        </p:nvSpPr>
        <p:spPr>
          <a:xfrm>
            <a:off x="3141934" y="215691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Bürodrehstuhl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39E1BA48-6B57-4B9E-8570-ED9FF1188D30}"/>
              </a:ext>
            </a:extLst>
          </p:cNvPr>
          <p:cNvSpPr txBox="1"/>
          <p:nvPr/>
        </p:nvSpPr>
        <p:spPr>
          <a:xfrm>
            <a:off x="3200894" y="3141118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Steelcase</a:t>
            </a:r>
            <a:endParaRPr lang="de-DE" sz="12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960727E3-BFF8-45D4-AA91-A2854DC85467}"/>
              </a:ext>
            </a:extLst>
          </p:cNvPr>
          <p:cNvSpPr txBox="1"/>
          <p:nvPr/>
        </p:nvSpPr>
        <p:spPr>
          <a:xfrm>
            <a:off x="3173580" y="4128993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Schwarz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204844EC-0A39-4DD9-9CD2-09DDF8FE0FAA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F21CE887-FF79-4990-A8FA-A8B457FC3134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4507DB2C-036D-43D8-8567-5A045370CDE4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C4BF15D-4441-4D20-9BE6-F0CA092A0C67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E2B581F1-764C-4C55-95A9-5C56A29050E0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56B9E55B-216D-4EA1-B1CB-EA522CF60FD5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5B2F486E-CE1D-482A-AA52-BF4D01588795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002CE4EF-5410-4FA2-84BD-98F5849F7AE5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34C769B0-70AF-4C0E-874D-D406A751566A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95A65600-67B0-4857-9E09-DE595D92907A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50FA9CB-03DC-481D-AD25-F21DF329B788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A1D2AE87-54A8-47EB-A01E-94994AE403DE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3013C475-3940-4C8F-80F1-A84634B5CEE4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E7FCCCF2-0E8E-417B-8EDA-940813AF1F81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2B3F99FA-3C56-40C8-A2AE-2DDA401F0617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C48AA453-0BF3-47E5-82FC-7C4107D91312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602FB540-F56F-4DFC-B9CA-2BF7ADA55F2D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2BA5B4AA-FEEF-40BE-865B-5285C309AD68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ACDD04FB-2D32-4F41-B351-47D53B002740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4942DE1C-F4F9-4C7F-BC57-85C790EDE73E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879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17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8E3F853-506F-407B-90D8-50F91F44AB09}"/>
              </a:ext>
            </a:extLst>
          </p:cNvPr>
          <p:cNvSpPr/>
          <p:nvPr/>
        </p:nvSpPr>
        <p:spPr>
          <a:xfrm>
            <a:off x="3004717" y="1723865"/>
            <a:ext cx="187293" cy="175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33283C4-09D6-4B78-B549-F6AC93D8B10A}"/>
              </a:ext>
            </a:extLst>
          </p:cNvPr>
          <p:cNvSpPr txBox="1"/>
          <p:nvPr/>
        </p:nvSpPr>
        <p:spPr>
          <a:xfrm>
            <a:off x="3255235" y="1667805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Neuen Raum Anlegen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9DE771E-DD5B-4A77-99C4-C245B3372977}"/>
              </a:ext>
            </a:extLst>
          </p:cNvPr>
          <p:cNvSpPr txBox="1"/>
          <p:nvPr/>
        </p:nvSpPr>
        <p:spPr>
          <a:xfrm>
            <a:off x="2382385" y="2225744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PG 11.2/3210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31B64CF-404B-47A0-A92A-9E60F40E411B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E0C7636-F477-4A44-9A7A-F405575A0FF6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B2F6C84-F4C9-4532-8BF5-B5A1BECF267D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FB609F9C-9AD9-4B89-8C40-27A5A45D3872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8A88071-8CF8-4E87-9303-FCCC6847598D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94DE5B2-AF47-4633-9355-3C13B78333C6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C5EC0958-823D-4D1E-A15C-F024EB308999}"/>
              </a:ext>
            </a:extLst>
          </p:cNvPr>
          <p:cNvSpPr txBox="1"/>
          <p:nvPr/>
        </p:nvSpPr>
        <p:spPr>
          <a:xfrm>
            <a:off x="2382385" y="2997868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Büro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DD160BC-356D-4797-B546-FEBB8A9A8A7D}"/>
              </a:ext>
            </a:extLst>
          </p:cNvPr>
          <p:cNvSpPr txBox="1"/>
          <p:nvPr/>
        </p:nvSpPr>
        <p:spPr>
          <a:xfrm>
            <a:off x="2407747" y="4702178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Bürodrehstuhl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A0F1857-3A7B-40C9-8299-AABAB7F0DAF7}"/>
              </a:ext>
            </a:extLst>
          </p:cNvPr>
          <p:cNvSpPr txBox="1"/>
          <p:nvPr/>
        </p:nvSpPr>
        <p:spPr>
          <a:xfrm>
            <a:off x="2445610" y="5592205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Please</a:t>
            </a:r>
            <a:r>
              <a:rPr lang="de-DE" sz="1400" b="1" dirty="0"/>
              <a:t> 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40F0344-414D-4C8C-AD74-A17524938EFA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E80CF0B-806E-417E-887C-29FB51F90AA7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0C15720-0BB0-4C2E-BE21-07E7A6278A24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41CA4EB-B458-4971-8A04-80C70D427278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A4B95E5-20FB-4FB8-8987-2769385228C5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8DBDBD21-C99E-45B1-9820-78C9154FDAFB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2F96343-8A78-4E27-995D-C6D00A7468BB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00ADA3E2-1769-4F99-8B73-C4F8E7A32ECA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B49454B-8BCB-484D-8E02-E78A39CA6600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0B18BB6-F350-40F7-8418-A7C9F65ABE9D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D117AC8-2BF3-4CFB-AFB4-0A6041BD2984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410BB391-9C00-48FA-B38C-02F5B26C0935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7FACEB9-1BE0-4AE3-9A1C-FDA07A18F430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55A6CA52-FC34-4279-9989-AF8C18AB982C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A77C2D0C-EF37-4B20-9DE8-81BFED7AAD0D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5CF0CBA8-DA6D-45B8-9C8A-D0C71A778B43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CB30885A-829D-4FFD-B2D1-1F04B3E91725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F7B69A88-9BF6-40E8-AC21-1F265F90EDA6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E72C3D5F-6EAB-48E2-8A23-D97BECB7D332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1EFFD191-DDCF-4254-ADDC-AC89C8F00A4C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BAB1D619-44C9-4E6F-A7BD-65C10999A95C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F802515-5589-4929-A8B4-26D97246719D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2241AC3B-7218-4145-8BD2-2ADC4C17102A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75DAECE3-B585-4200-A41E-16FB784ACD30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2195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83AE95-5E05-4657-84EA-8F9CF910A73E}"/>
              </a:ext>
            </a:extLst>
          </p:cNvPr>
          <p:cNvSpPr txBox="1"/>
          <p:nvPr/>
        </p:nvSpPr>
        <p:spPr>
          <a:xfrm>
            <a:off x="763135" y="40086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5D0D88-4D83-471F-9496-844D23D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485C-F3C0-4564-AC4F-B2B5AE9AE582}" type="datetime1">
              <a:rPr lang="de-DE" smtClean="0"/>
              <a:t>09.01.2020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04CAD-18CA-4DE0-B290-E156BF9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18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218E2-3AF0-4258-AA75-AE9B83E6FA00}"/>
              </a:ext>
            </a:extLst>
          </p:cNvPr>
          <p:cNvSpPr/>
          <p:nvPr/>
        </p:nvSpPr>
        <p:spPr>
          <a:xfrm>
            <a:off x="1019176" y="710621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AC22081-23BF-44AE-94CB-5F2180C4FFFA}"/>
              </a:ext>
            </a:extLst>
          </p:cNvPr>
          <p:cNvSpPr/>
          <p:nvPr/>
        </p:nvSpPr>
        <p:spPr>
          <a:xfrm>
            <a:off x="2382385" y="2099283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AE0A87-65C4-436D-A7D9-CC7D6466809B}"/>
              </a:ext>
            </a:extLst>
          </p:cNvPr>
          <p:cNvSpPr/>
          <p:nvPr/>
        </p:nvSpPr>
        <p:spPr>
          <a:xfrm>
            <a:off x="2382385" y="2886797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94C1EC-26B5-4DD0-B4CE-6F2254F4FE0A}"/>
              </a:ext>
            </a:extLst>
          </p:cNvPr>
          <p:cNvSpPr/>
          <p:nvPr/>
        </p:nvSpPr>
        <p:spPr>
          <a:xfrm>
            <a:off x="2382385" y="3742501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2594F3-5BC0-4138-85EA-167B0B359467}"/>
              </a:ext>
            </a:extLst>
          </p:cNvPr>
          <p:cNvSpPr/>
          <p:nvPr/>
        </p:nvSpPr>
        <p:spPr>
          <a:xfrm>
            <a:off x="2382385" y="4598205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81B7C-09F0-4164-96B1-088473E66643}"/>
              </a:ext>
            </a:extLst>
          </p:cNvPr>
          <p:cNvSpPr/>
          <p:nvPr/>
        </p:nvSpPr>
        <p:spPr>
          <a:xfrm>
            <a:off x="4485095" y="2089613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270D48-EB49-40D7-ACDE-737DC5432A71}"/>
              </a:ext>
            </a:extLst>
          </p:cNvPr>
          <p:cNvSpPr/>
          <p:nvPr/>
        </p:nvSpPr>
        <p:spPr>
          <a:xfrm>
            <a:off x="4485095" y="4551325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E051D8E-D04E-4C83-99F3-B2FE0B50B70C}"/>
              </a:ext>
            </a:extLst>
          </p:cNvPr>
          <p:cNvSpPr txBox="1"/>
          <p:nvPr/>
        </p:nvSpPr>
        <p:spPr>
          <a:xfrm>
            <a:off x="788497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RheinEnergie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7702E7F-958D-4F34-B5B2-DE1C26BCCA1E}"/>
              </a:ext>
            </a:extLst>
          </p:cNvPr>
          <p:cNvSpPr txBox="1"/>
          <p:nvPr/>
        </p:nvSpPr>
        <p:spPr>
          <a:xfrm>
            <a:off x="2055322" y="708921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Parkgürtel 24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DE989B-8E27-4963-8BD3-05CC056AED50}"/>
              </a:ext>
            </a:extLst>
          </p:cNvPr>
          <p:cNvSpPr/>
          <p:nvPr/>
        </p:nvSpPr>
        <p:spPr>
          <a:xfrm>
            <a:off x="2319458" y="712669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9239DE-8500-4DC1-9D3A-7EC5DC41783F}"/>
              </a:ext>
            </a:extLst>
          </p:cNvPr>
          <p:cNvSpPr txBox="1"/>
          <p:nvPr/>
        </p:nvSpPr>
        <p:spPr>
          <a:xfrm>
            <a:off x="2043562" y="403474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Kunde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8E03665-AEEF-41B5-A3DE-3166219840CD}"/>
              </a:ext>
            </a:extLst>
          </p:cNvPr>
          <p:cNvSpPr txBox="1"/>
          <p:nvPr/>
        </p:nvSpPr>
        <p:spPr>
          <a:xfrm>
            <a:off x="8047781" y="348983"/>
            <a:ext cx="38679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u="sng" dirty="0">
                <a:solidFill>
                  <a:srgbClr val="FF0000"/>
                </a:solidFill>
              </a:rPr>
              <a:t>Bemerkungen:</a:t>
            </a:r>
          </a:p>
          <a:p>
            <a:endParaRPr lang="de-DE" sz="1400" b="1" i="1" u="sng" dirty="0">
              <a:solidFill>
                <a:srgbClr val="FF0000"/>
              </a:solidFill>
            </a:endParaRPr>
          </a:p>
          <a:p>
            <a:r>
              <a:rPr lang="de-DE" sz="1400" b="1" i="1" u="sng" dirty="0">
                <a:solidFill>
                  <a:srgbClr val="FF0000"/>
                </a:solidFill>
              </a:rPr>
              <a:t>2 zusätzliche Button für das hinzufügen oder aktualisieren von Artikel Fotos.</a:t>
            </a:r>
          </a:p>
          <a:p>
            <a:r>
              <a:rPr lang="de-DE" sz="1400" b="1" i="1" u="sng" dirty="0">
                <a:solidFill>
                  <a:srgbClr val="FF0000"/>
                </a:solidFill>
              </a:rPr>
              <a:t>Artikel Fotos sollen nur nach Betätigung des Button angezeigt werden.</a:t>
            </a:r>
          </a:p>
          <a:p>
            <a:endParaRPr lang="de-DE" sz="1400" b="1" i="1" u="sng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b="1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  <a:p>
            <a:endParaRPr lang="de-DE" sz="1400" i="1" dirty="0">
              <a:solidFill>
                <a:srgbClr val="FF0000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D70A0C4-36DF-4A68-8FAA-779CC7B603A8}"/>
              </a:ext>
            </a:extLst>
          </p:cNvPr>
          <p:cNvSpPr txBox="1"/>
          <p:nvPr/>
        </p:nvSpPr>
        <p:spPr>
          <a:xfrm>
            <a:off x="763135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Raum-Nr.: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B917967-0555-425C-AE90-1058E80029C9}"/>
              </a:ext>
            </a:extLst>
          </p:cNvPr>
          <p:cNvSpPr txBox="1"/>
          <p:nvPr/>
        </p:nvSpPr>
        <p:spPr>
          <a:xfrm>
            <a:off x="76313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Raum-Bez.: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AD3B6A9-B454-4693-A3A9-34D110C4A1BF}"/>
              </a:ext>
            </a:extLst>
          </p:cNvPr>
          <p:cNvSpPr txBox="1"/>
          <p:nvPr/>
        </p:nvSpPr>
        <p:spPr>
          <a:xfrm>
            <a:off x="764963" y="378063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Barcode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A6A5D66-9DEA-4F6B-B776-5B1AB5FE2B58}"/>
              </a:ext>
            </a:extLst>
          </p:cNvPr>
          <p:cNvSpPr txBox="1"/>
          <p:nvPr/>
        </p:nvSpPr>
        <p:spPr>
          <a:xfrm>
            <a:off x="788497" y="4642884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Artikel-Bez.: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F5BF5B3-D5F3-4984-98FF-340F2652484F}"/>
              </a:ext>
            </a:extLst>
          </p:cNvPr>
          <p:cNvSpPr/>
          <p:nvPr/>
        </p:nvSpPr>
        <p:spPr>
          <a:xfrm>
            <a:off x="2382385" y="5453909"/>
            <a:ext cx="1619250" cy="5524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15775D3-991D-4C9E-B7B4-BD8034C77ADF}"/>
              </a:ext>
            </a:extLst>
          </p:cNvPr>
          <p:cNvSpPr txBox="1"/>
          <p:nvPr/>
        </p:nvSpPr>
        <p:spPr>
          <a:xfrm>
            <a:off x="791503" y="554546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Artikel-Typ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8185BCC-8F3F-4E85-A25B-65F41D3313FD}"/>
              </a:ext>
            </a:extLst>
          </p:cNvPr>
          <p:cNvSpPr/>
          <p:nvPr/>
        </p:nvSpPr>
        <p:spPr>
          <a:xfrm>
            <a:off x="4485095" y="3742310"/>
            <a:ext cx="588440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8822F28-8B0D-4B97-9595-B29A43944021}"/>
              </a:ext>
            </a:extLst>
          </p:cNvPr>
          <p:cNvSpPr txBox="1"/>
          <p:nvPr/>
        </p:nvSpPr>
        <p:spPr>
          <a:xfrm>
            <a:off x="2361842" y="3810173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13700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24AF262-0850-4F62-8880-1CCC7E1F1D66}"/>
              </a:ext>
            </a:extLst>
          </p:cNvPr>
          <p:cNvSpPr txBox="1"/>
          <p:nvPr/>
        </p:nvSpPr>
        <p:spPr>
          <a:xfrm>
            <a:off x="2361842" y="218117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PG 11.2/3210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6EDEE16-042A-4253-A6BE-82AB20B957ED}"/>
              </a:ext>
            </a:extLst>
          </p:cNvPr>
          <p:cNvSpPr txBox="1"/>
          <p:nvPr/>
        </p:nvSpPr>
        <p:spPr>
          <a:xfrm>
            <a:off x="2341715" y="296709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Büro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AE95990-2A70-4362-8D9F-D14318CE8AE7}"/>
              </a:ext>
            </a:extLst>
          </p:cNvPr>
          <p:cNvSpPr txBox="1"/>
          <p:nvPr/>
        </p:nvSpPr>
        <p:spPr>
          <a:xfrm>
            <a:off x="2319458" y="468322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Bürodrehstuhl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A83469B-8B9A-4656-8121-ADB2D8265AF7}"/>
              </a:ext>
            </a:extLst>
          </p:cNvPr>
          <p:cNvSpPr txBox="1"/>
          <p:nvPr/>
        </p:nvSpPr>
        <p:spPr>
          <a:xfrm>
            <a:off x="2337231" y="5546478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Please</a:t>
            </a:r>
            <a:r>
              <a:rPr lang="de-DE" dirty="0"/>
              <a:t> 2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719D3049-184B-4123-A6D2-85F47C963B16}"/>
              </a:ext>
            </a:extLst>
          </p:cNvPr>
          <p:cNvSpPr/>
          <p:nvPr/>
        </p:nvSpPr>
        <p:spPr>
          <a:xfrm>
            <a:off x="2424671" y="6169025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E682B90-975A-4515-BA45-224BBD188773}"/>
              </a:ext>
            </a:extLst>
          </p:cNvPr>
          <p:cNvSpPr txBox="1"/>
          <p:nvPr/>
        </p:nvSpPr>
        <p:spPr>
          <a:xfrm>
            <a:off x="2280878" y="6309410"/>
            <a:ext cx="84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Neues Bild anlegen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21273E2-5F9D-46E7-B62A-46CC80E5451A}"/>
              </a:ext>
            </a:extLst>
          </p:cNvPr>
          <p:cNvSpPr/>
          <p:nvPr/>
        </p:nvSpPr>
        <p:spPr>
          <a:xfrm>
            <a:off x="5367413" y="6171149"/>
            <a:ext cx="588440" cy="552450"/>
          </a:xfrm>
          <a:prstGeom prst="rect">
            <a:avLst/>
          </a:prstGeom>
          <a:solidFill>
            <a:srgbClr val="0070C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AC9CFDF-C3EC-4747-B08A-D566A31B9ECB}"/>
              </a:ext>
            </a:extLst>
          </p:cNvPr>
          <p:cNvSpPr txBox="1"/>
          <p:nvPr/>
        </p:nvSpPr>
        <p:spPr>
          <a:xfrm>
            <a:off x="5262992" y="6322913"/>
            <a:ext cx="797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Hauptmenü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BF0C227-75BA-42F1-BFC3-451DFE108D9C}"/>
              </a:ext>
            </a:extLst>
          </p:cNvPr>
          <p:cNvSpPr txBox="1"/>
          <p:nvPr/>
        </p:nvSpPr>
        <p:spPr>
          <a:xfrm>
            <a:off x="4464845" y="1879149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F70C32C-CE82-44F6-BE51-E73713FB45CC}"/>
              </a:ext>
            </a:extLst>
          </p:cNvPr>
          <p:cNvSpPr txBox="1"/>
          <p:nvPr/>
        </p:nvSpPr>
        <p:spPr>
          <a:xfrm>
            <a:off x="4469985" y="3500855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A69D3CD-8587-4070-AB59-A9F75F70A0C1}"/>
              </a:ext>
            </a:extLst>
          </p:cNvPr>
          <p:cNvSpPr txBox="1"/>
          <p:nvPr/>
        </p:nvSpPr>
        <p:spPr>
          <a:xfrm>
            <a:off x="4485095" y="4311261"/>
            <a:ext cx="49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D006BF2-8BFD-42B7-BB1F-A515AEF97619}"/>
              </a:ext>
            </a:extLst>
          </p:cNvPr>
          <p:cNvSpPr/>
          <p:nvPr/>
        </p:nvSpPr>
        <p:spPr>
          <a:xfrm>
            <a:off x="1019174" y="123796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D225F52-49FA-437F-96C7-435A05EAB549}"/>
              </a:ext>
            </a:extLst>
          </p:cNvPr>
          <p:cNvSpPr txBox="1"/>
          <p:nvPr/>
        </p:nvSpPr>
        <p:spPr>
          <a:xfrm>
            <a:off x="1118823" y="985790"/>
            <a:ext cx="2115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gesamt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BA0FEB8F-2135-4FD6-AD0F-0215539C18C1}"/>
              </a:ext>
            </a:extLst>
          </p:cNvPr>
          <p:cNvSpPr/>
          <p:nvPr/>
        </p:nvSpPr>
        <p:spPr>
          <a:xfrm>
            <a:off x="1077379" y="1292429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20DC104-C980-4469-9209-FCE400842F98}"/>
              </a:ext>
            </a:extLst>
          </p:cNvPr>
          <p:cNvSpPr/>
          <p:nvPr/>
        </p:nvSpPr>
        <p:spPr>
          <a:xfrm>
            <a:off x="2296579" y="1293936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348FF73-15E5-4B5F-844C-00EF92A3F526}"/>
              </a:ext>
            </a:extLst>
          </p:cNvPr>
          <p:cNvSpPr txBox="1"/>
          <p:nvPr/>
        </p:nvSpPr>
        <p:spPr>
          <a:xfrm>
            <a:off x="934488" y="1229406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345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CB0D708-67D5-4047-9576-045DE09B3B34}"/>
              </a:ext>
            </a:extLst>
          </p:cNvPr>
          <p:cNvSpPr txBox="1"/>
          <p:nvPr/>
        </p:nvSpPr>
        <p:spPr>
          <a:xfrm>
            <a:off x="3323768" y="378530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Raum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27EDD293-05CF-4C8C-A01B-7EAA30FEC35A}"/>
              </a:ext>
            </a:extLst>
          </p:cNvPr>
          <p:cNvSpPr/>
          <p:nvPr/>
        </p:nvSpPr>
        <p:spPr>
          <a:xfrm>
            <a:off x="3579809" y="705062"/>
            <a:ext cx="1090978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587C8512-142D-4290-883C-0E84EF5E3B89}"/>
              </a:ext>
            </a:extLst>
          </p:cNvPr>
          <p:cNvSpPr txBox="1"/>
          <p:nvPr/>
        </p:nvSpPr>
        <p:spPr>
          <a:xfrm>
            <a:off x="3843579" y="980231"/>
            <a:ext cx="1949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Fortschrittsanzeige Raum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5CFDE112-E415-47A1-8DE6-8EF2E8462BF7}"/>
              </a:ext>
            </a:extLst>
          </p:cNvPr>
          <p:cNvSpPr/>
          <p:nvPr/>
        </p:nvSpPr>
        <p:spPr>
          <a:xfrm>
            <a:off x="3638012" y="1286870"/>
            <a:ext cx="1160995" cy="1625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64A57093-FB1A-4869-9328-C1E75A0218E0}"/>
              </a:ext>
            </a:extLst>
          </p:cNvPr>
          <p:cNvSpPr/>
          <p:nvPr/>
        </p:nvSpPr>
        <p:spPr>
          <a:xfrm>
            <a:off x="4857212" y="1288377"/>
            <a:ext cx="1063365" cy="162515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4022640B-CBEC-4443-8375-6100CDF0FC55}"/>
              </a:ext>
            </a:extLst>
          </p:cNvPr>
          <p:cNvSpPr txBox="1"/>
          <p:nvPr/>
        </p:nvSpPr>
        <p:spPr>
          <a:xfrm>
            <a:off x="2030068" y="1227227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362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B1F5B993-462C-4FFA-8CDB-3249B389D7E0}"/>
              </a:ext>
            </a:extLst>
          </p:cNvPr>
          <p:cNvSpPr txBox="1"/>
          <p:nvPr/>
        </p:nvSpPr>
        <p:spPr>
          <a:xfrm>
            <a:off x="3377491" y="1226049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12 </a:t>
            </a:r>
            <a:r>
              <a:rPr lang="de-DE" sz="1200" dirty="0" err="1"/>
              <a:t>Stk</a:t>
            </a:r>
            <a:endParaRPr lang="de-DE" sz="1200" dirty="0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7EC9453-7A27-415B-8921-8BD87D88647A}"/>
              </a:ext>
            </a:extLst>
          </p:cNvPr>
          <p:cNvSpPr/>
          <p:nvPr/>
        </p:nvSpPr>
        <p:spPr>
          <a:xfrm>
            <a:off x="3430250" y="6165631"/>
            <a:ext cx="588440" cy="552450"/>
          </a:xfrm>
          <a:prstGeom prst="rect">
            <a:avLst/>
          </a:prstGeom>
          <a:solidFill>
            <a:srgbClr val="FF0000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285895C3-88A1-4D3F-AD2A-2970E4072B16}"/>
              </a:ext>
            </a:extLst>
          </p:cNvPr>
          <p:cNvSpPr txBox="1"/>
          <p:nvPr/>
        </p:nvSpPr>
        <p:spPr>
          <a:xfrm>
            <a:off x="3310367" y="6272579"/>
            <a:ext cx="797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Vorhandenes Bild anzeigen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417A6ABE-C7DF-4A11-A40A-622540EA85C7}"/>
              </a:ext>
            </a:extLst>
          </p:cNvPr>
          <p:cNvSpPr/>
          <p:nvPr/>
        </p:nvSpPr>
        <p:spPr>
          <a:xfrm>
            <a:off x="461394" y="210034"/>
            <a:ext cx="5892568" cy="6584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15F615B6-8464-4207-B2AD-E7F6CABE3DE2}"/>
              </a:ext>
            </a:extLst>
          </p:cNvPr>
          <p:cNvSpPr/>
          <p:nvPr/>
        </p:nvSpPr>
        <p:spPr>
          <a:xfrm>
            <a:off x="3583684" y="1231625"/>
            <a:ext cx="2391261" cy="2753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202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0E73EA-7A83-46CB-8D5D-00197B8C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04C96-90BD-41F3-AD12-5B32B6C965E3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08BB28-2A34-45D7-8124-6D7960FC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8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1CFFB0-F940-4303-B880-54A8F931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95AF-8607-46C5-9346-ECFB7E282D4C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C48532-9D08-4A7A-8805-F94B8DE4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896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B5139F-6292-4F1C-A39D-EF6E7EEC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F8F75-8011-4A42-9C21-33530F795E85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E9AC0FF-A49E-4D94-917E-30CDA9A2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766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42EB83-AC52-445A-BC30-E8AA4F58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550-3DE5-49FC-944E-EEC5AC59B5C7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C9B6106-378A-4A1B-9FE3-6264160E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751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93B8E6A-4895-4921-9C84-7D689445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36CE-064A-4CF7-A11E-C74777B24D8A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471F4BF-A42B-404A-8D00-D88CED3F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088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A6DAA8-D8A1-4AAE-A283-73EB5254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202F2-1EE8-46D9-9DF9-0EBE6C3AAEE8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B03087-D89D-4C14-A7AA-B6F0BD97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875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AC9DE7-1E07-493B-85E0-46B375C6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19D5-3AB2-48A0-B5FE-EB29631861EA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C07F9E3-DC75-4B77-B656-24E4E339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100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B6CFE7-8DDB-4EF6-AB40-E41FF223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E908C-7C85-49BD-90DC-019CD46C7C36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58672E-5B28-40F9-B975-5A73BB08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271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FB5228-26D9-4A4E-8704-3CEAC48A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4634-0526-43F1-A9D8-158E612E3697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A627BD6-526E-403A-B45D-E5983DB7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7756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C98FB02-BC47-40E7-B374-1AEFD2D9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D7B8-F923-47F1-86FC-361661901F67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AB06E31-7770-4F45-B40F-E5A0213B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815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A05C97-73D9-4899-886B-7ACC40EE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B369-7E33-4133-B6FE-7A6C40910E94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6E46E7-C540-482D-9A1B-8F6973E2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1340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E075D7-7631-404F-B19D-DF0C62EA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00A45-661E-4A37-949D-F1AB2E3673F9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51DD87-8A90-4417-A70A-DF7AE9B9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556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27F9300-E46D-4D30-A4F8-A2AD798B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6DB5-B525-4BAF-848E-EBF05B3B763A}" type="datetime1">
              <a:rPr lang="de-DE" smtClean="0"/>
              <a:t>09.01.2020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89D0C6-234C-46E6-94E8-99066441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977F-FBB1-46D9-8B43-C74E4BE8B14C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22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Microsoft Office PowerPoint</Application>
  <PresentationFormat>Breitbild</PresentationFormat>
  <Paragraphs>530</Paragraphs>
  <Slides>31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Erwin Weißenberger</dc:creator>
  <cp:lastModifiedBy>Erwin Weißenberger</cp:lastModifiedBy>
  <cp:revision>42</cp:revision>
  <dcterms:created xsi:type="dcterms:W3CDTF">2020-01-02T07:52:16Z</dcterms:created>
  <dcterms:modified xsi:type="dcterms:W3CDTF">2020-01-09T15:43:45Z</dcterms:modified>
</cp:coreProperties>
</file>